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claim dal catalogo locale. Packshot originale: https://ioma-paris.com/cdn/shop/files/cc-gel-soin-teinte-eclat-parfait-cc-creme-packshot-IOMA.jpg?v=1782400396&amp;width=2000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Éclat e make-up naturale</a:t>
            </a:r>
          </a:p>
          <a:p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  <a:p>
            <a:r>
              <a:t>Il Fatto Quotidiano · 2026-10-07T15:30:39+00:00</a:t>
            </a:r>
          </a:p>
          <a:p>
            <a:r>
              <a:t>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</a:t>
            </a:r>
          </a:p>
          <a:p/>
          <a:p>
            <a:r>
              <a:t>K-beauty e rituali coreani</a:t>
            </a:r>
          </a:p>
          <a:p>
            <a:r>
              <a:t>La K-beauty conquista anche Roma: rituali coreani, formazione e skincare dal vivo con il debutto di NOW nella Capitale - https://www.lacapitalenews.it/</a:t>
            </a:r>
          </a:p>
          <a:p>
            <a:r>
              <a:t>https://www.lacapitalenews.it/ · 2026-10-07T13:24:03+00:00</a:t>
            </a:r>
          </a:p>
          <a:p>
            <a:r>
              <a:t>https://news.google.com/rss/articles/CBMilwFBVV95cUxPeURWVXV0bnFkWUJ0ZlRqc21EeEFpaDREcm5zM0NCeTloU2VITF9adDZvYjU2VXNhTzZCYnlNMjUtWTVYeGVhb0tBU3NuMTVRWXF0UG9sVjdTb21sSDdCRk91Wlcyd1ZEUU0tdWNvOG9EU25ERE5tYURxRlVWUTlza0lHbEx5Uzg5bGUyTi1YN0ItZUpUSndF?oc=5</a:t>
            </a:r>
          </a:p>
          <a:p/>
          <a:p>
            <a:r>
              <a:t>Altri segnali beauty</a:t>
            </a:r>
          </a:p>
          <a:p>
            <a:r>
              <a:t>Zendaya alla Paris Fashion Week: riutilizza la giacca da sposa e anticipa il trend beauty - Rumors.it</a:t>
            </a:r>
          </a:p>
          <a:p>
            <a:r>
              <a:t>Rumors.it · 2026-10-07T13:30:16+00:00</a:t>
            </a:r>
          </a:p>
          <a:p>
            <a:r>
              <a:t>https://news.google.com/rss/articles/CBMiugFBVV95cUxOTUNjSzVPY0c0Q2phRExCVHMtOU5WVlFHWFVvT1hrTWc0TXRJZ3BndEl0cUpfU0tQWWxBeWJ5anF1ZUhwWDZ0NWRNcHlaWnN2Q1JzbFRNSzhqQUxmZ2ZwcVdBWE93a0Q3V2hzdEdhR0ozbTFxRmhIWVRTT0NZRnNvazRSdVVCa2FocWdKLWpuQV8zaUNwb25GbFV2VDNpNVhKSllYZ0tvZmFrZ3hENk9TeWlXdjBRTUpKZ1E?oc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di layout, senza pubblicazione sul social.</a:t>
            </a:r>
          </a:p>
          <a:p/>
          <a:p>
            <a:r>
              <a:t>Caption:</a:t>
            </a:r>
          </a:p>
          <a:p>
            <a:r>
              <a:t>Un incarnato luminoso</a:t>
            </a:r>
          </a:p>
          <a:p/>
          <a:p>
            <a:r>
              <a:t>CC Gel – Crème Soin Teinté Eclat Parfait</a:t>
            </a:r>
          </a:p>
          <a:p>
            <a:r>
              <a:t>Un incarnato luminoso, dalla coprenza naturale.</a:t>
            </a:r>
          </a:p>
          <a:p/>
          <a:p>
            <a:r>
              <a:t>Scopri il prodotto.</a:t>
            </a:r>
          </a:p>
          <a:p/>
          <a:p>
            <a:r>
              <a:t>Hashtag:</a:t>
            </a:r>
          </a:p>
          <a:p>
            <a:r>
              <a:t>#IOMAParis #Skincare #CCGel #IncarnatoLuminoso #MakeupNaturale #BeautyRoutine</a:t>
            </a:r>
          </a:p>
          <a:p/>
          <a:p>
            <a:r>
              <a:t>Immagine: feed.png (1080×1350).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" TargetMode="External"/><Relationship Id="rId4" Type="http://schemas.openxmlformats.org/officeDocument/2006/relationships/hyperlink" Target="https://news.google.com/rss/articles/CBMilwFBVV95cUxPeURWVXV0bnFkWUJ0ZlRqc21EeEFpaDREcm5zM0NCeTloU2VITF9adDZvYjU2VXNhTzZCYnlNMjUtWTVYeGVhb0tBU3NuMTVRWXF0UG9sVjdTb21sSDdCRk91Wlcyd1ZEUU0tdWNvOG9EU25ERE5tYURxRlVWUTlza0lHbEx5Uzg5bGUyTi1YN0ItZUpUSndF?oc=5" TargetMode="External"/><Relationship Id="rId5" Type="http://schemas.openxmlformats.org/officeDocument/2006/relationships/hyperlink" Target="https://news.google.com/rss/articles/CBMiugFBVV95cUxOTUNjSzVPY0c0Q2phRExCVHMtOU5WVlFHWFVvT1hrTWc0TXRJZ3BndEl0cUpfU0tQWWxBeWJ5anF1ZUhwWDZ0NWRNcHlaWnN2Q1JzbFRNSzhqQUxmZ2ZwcVdBWE93a0Q3V2hzdEdhR0ozbTFxRmhIWVRTT0NZRnNvazRSdVVCa2FocWdKLWpuQV8zaUNwb25GbFV2VDNpNVhKSllYZ0tvZmFrZ3hENk9TeWlXdjBRTUpKZ1E?oc=5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1371600" cy="5731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C4A4"/>
                </a:solidFill>
                <a:latin typeface="DejaVu Sans"/>
              </a:defRPr>
            </a:pPr>
            <a:r>
              <a:t>CAMPAGNA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F5EF"/>
                </a:solidFill>
                <a:latin typeface="DejaVu Sans"/>
              </a:defRPr>
            </a:pPr>
            <a:r>
              <a:t>CC Gel – Crème Soin Teinté Eclat Parfait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77639"/>
            <a:ext cx="77724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97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9F5EF"/>
                </a:solidFill>
                <a:latin typeface="DejaVu Sans"/>
              </a:defRPr>
            </a:pPr>
            <a:r>
              <a:t>Un incarnato luminoso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89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ans"/>
              </a:defRPr>
            </a:pPr>
            <a:r>
              <a:t>Settimana 30/09/2026 — 07/10/2026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097280"/>
            <a:ext cx="4800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c-gel-2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88720"/>
            <a:ext cx="461772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1D18"/>
                </a:solidFill>
                <a:latin typeface="DejaVu Sans"/>
              </a:defRPr>
            </a:pPr>
            <a:r>
              <a:t>I trend beauty della settimana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5F53"/>
                </a:solidFill>
                <a:latin typeface="DejaVu Sans"/>
              </a:defRPr>
            </a:pPr>
            <a:r>
              <a:t>30/09/2026 — 07/10/2026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02920"/>
            <a:ext cx="1097280" cy="458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Éclat e make-up naturale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ans"/>
              </a:defRPr>
            </a:pPr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3"/>
              </a:rPr>
              <a:t>Fonte: Il Fatto Quotidiano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K-beauty e rituali coreani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07/10/2026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La K-beauty conquista anche Roma: rituali coreani, formazione e skincare dal vivo con il debutto di NOW nella Capitale - https://www.lacapitalenews.it/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4"/>
              </a:rPr>
              <a:t>Fonte: https://www.lacapitalenews.it/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Altri segnali beauty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07/10/2026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ans"/>
              </a:defRPr>
            </a:pPr>
            <a:r>
              <a:t>Zendaya alla Paris Fashion Week: riutilizza la giacca da sposa e anticipa il trend beauty - Rumors.it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5"/>
              </a:rPr>
              <a:t>Fonte: Rumors.it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ans"/>
              </a:defRPr>
            </a:pPr>
            <a:r>
              <a:t>Segnali editoriali dalle notizie; non misure di viralità sui social.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Anteprima del post · Instagram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344168"/>
            <a:ext cx="685800" cy="286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4208" y="13624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362456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F53"/>
                </a:solidFill>
                <a:latin typeface="DejaVu Sans"/>
              </a:defRPr>
            </a:pPr>
            <a:r>
              <a:t>Instagram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002536"/>
            <a:ext cx="6172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651760"/>
            <a:ext cx="6172200" cy="2423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  <a:r>
              <a:t>Un incarnato luminoso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  <a:r>
              <a:t>CC Gel – Crème Soin Teinté Eclat Parfait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  <a:r>
              <a:t>Un incarnato luminoso, dalla coprenza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  <a:r>
              <a:t>Scopri il prodotto.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5285232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A5D94"/>
                </a:solidFill>
                <a:latin typeface="DejaVu Sans"/>
              </a:defRPr>
            </a:pPr>
            <a:r>
              <a:t>#IOMAParis #Skincare #CCGel #IncarnatoLuminoso #MakeupNaturale #BeautyRoutine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6080760"/>
            <a:ext cx="6172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ans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 Gel – Crème Soin Teinté Eclat Parfait · Campagna IOMA</dc:title>
  <dc:subject>Trend settimanali e anteprima del post Instagram</dc:subject>
  <dc:creator>IOMA Paris · Beauty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