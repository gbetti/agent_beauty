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Titolo e claim dal catalogo locale. Packshot originale: https://ioma-paris.com/cdn/shop/files/cc-gel-soin-teinte-eclat-parfait-cc-creme-packshot-IOMA.jpg?v=1782400396&amp;width=2000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Éclat e make-up naturale</a:t>
            </a:r>
          </a:p>
          <a:p>
            <a:r>
              <a:t>La cipria è tornata (e TikTok ne è ossessionato): dalle passerelle delle Fashion Week al “filtro senza filtro”, perché è di nuovo il prodotto beauty del momento - Il Fatto Quotidiano</a:t>
            </a:r>
          </a:p>
          <a:p>
            <a:r>
              <a:t>Il Fatto Quotidiano · 2026-10-07T15:30:39+00:00</a:t>
            </a:r>
          </a:p>
          <a:p>
            <a:r>
              <a:t>https://news.google.com/rss/articles/CBMisAJBVV95cUxOalVWRUpQc05WSm10eTN4NkpIcm44d0JoVHRvckpNWFFORVo4c1FBd183eVhjbzEzSURTMW1rYzdKQmFtX1VDTE1hX0RqZ2N0a1pfZHNjdm9fbWFPenhpT0RIUkE4dm1EZ0QtVVVMRFh3MmlyZmRTSW1kMGc1eWJuZkhUblM3QTEwM1pLQjRFa3FWMF9MVS11dk00QVFOcUJIbTVFaTIxekxOeGlsWTJYQ3RRVDdRSUJrSjVFNXk2eFk5Ym5ZaktUaUZLVXc5ZnMwZEtSbmM4NEZLUXU4c01JcmQ0a0ZsOHF1WFRDalpIOFZ1XzltOG5RajdDUVZEZUpPVG9oOUlwaWxOVmVnRGJBS3J0QzFTV3ZreHdTcmtxMGFJT0ZIVmg3YVBmNTRVTEdB?oc=5</a:t>
            </a:r>
          </a:p>
          <a:p/>
          <a:p>
            <a:r>
              <a:t>K-beauty e rituali coreani</a:t>
            </a:r>
          </a:p>
          <a:p>
            <a:r>
              <a:t>La skincare coreana conquista Roma: RIMAN arriva nella Capitale con NOW e il rituale beauty in nove passaggi - LaCityMag</a:t>
            </a:r>
          </a:p>
          <a:p>
            <a:r>
              <a:t>LaCityMag · 2026-10-07T13:31:05+00:00</a:t>
            </a:r>
          </a:p>
          <a:p>
            <a:r>
              <a:t>https://news.google.com/rss/articles/CBMidkFVX3lxTE04Tk1Fc2gwd0pIMU5HNXFHRHBGNTFmZTB2MkRmd0Rua1lJeXZRcUZPX2FJeXlhaDU3MlJWV3pxRy0wb1MyTEpQOUNSeXBsR0dBSjhkSTZyRVZyWUU3TmFvdi0wQmpPTkpHTlZwXzBlUEpqdi1Yd2fSAX5BVV95cUxQOEY5WmN6REV1YkVlN3RGZ1I4NDFsa1hGSmQ1NzVnZTdiOUg1MjJvcHVFMW5DT2lPZDNPWXlBTV9SblRUYkFsUEtxMU1tQWRaLV9OcWlraWt2NU5LeWVrVmUxVnNrQldlN1hGel9jdjU4c0tHQkxlYWhhQ182b1E?oc=5</a:t>
            </a:r>
          </a:p>
          <a:p/>
          <a:p>
            <a:r>
              <a:t>Éclat e make-up naturale</a:t>
            </a:r>
          </a:p>
          <a:p>
            <a:r>
              <a:t>Tutte pazze per il no blush, il trucco dell’autunno 2026 che cancella il rosa dalle guance - 361 Magazine</a:t>
            </a:r>
          </a:p>
          <a:p>
            <a:r>
              <a:t>361 Magazine · 2026-10-06T15:20:50+00:00</a:t>
            </a:r>
          </a:p>
          <a:p>
            <a:r>
              <a:t>https://news.google.com/rss/articles/CBMiswFBVV95cUxOSlEwZE1kQ0RzVnJwYjkyVWZKWHhmREk5RFg2aGlkV1d5LUFlNkdjVWRQeDczMHYzbWdKTWpiS1dySC1jRTBienQ1QzVJVFZKY1lVamIwYllySmlldWhjdVl1QkNiaFBlek1aVkJFLW1rVUhGakRDVHpNWXk2OHV2VGNWaHowV05sV0hZclVmeWViUWpDMlVqU1Y3cFVsNWtFUnIybkFraWRhN0xHTXRyRElNRQ?oc=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Instagram feed: PNG completo 1080×1350, senza ritaglio. Anteprima senza pubblicazione.</a:t>
            </a:r>
          </a:p>
          <a:p/>
          <a:p>
            <a:r>
              <a:t>Team incarnato naturale?</a:t>
            </a:r>
          </a:p>
          <a:p/>
          <a:p>
            <a:r>
              <a:t>Incarnato e make-up sono nelle notizie beauty della settimana. La nostra idea: valorizzare il tuo glow naturale.</a:t>
            </a:r>
          </a:p>
          <a:p/>
          <a:p>
            <a:r>
              <a:t>CC Gel – Crème Soin Teinté Eclat Parfait</a:t>
            </a:r>
          </a:p>
          <a:p>
            <a:r>
              <a:t>Un incarnato luminoso, dalla coprenza naturale.</a:t>
            </a:r>
          </a:p>
          <a:p/>
          <a:p>
            <a:r>
              <a:t>Team glow naturale? Raccontacelo nei commenti.</a:t>
            </a:r>
          </a:p>
          <a:p/>
          <a:p>
            <a:r>
              <a:t>#IOMAParis #Skincare #BeautyRoutine #CCGel #IncarnatoNaturale #Glow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Facebook feed: PNG completo 1080×1350, senza ritaglio. Anteprima senza pubblicazione.</a:t>
            </a:r>
          </a:p>
          <a:p/>
          <a:p>
            <a:r>
              <a:t>Team incarnato naturale?</a:t>
            </a:r>
          </a:p>
          <a:p/>
          <a:p>
            <a:r>
              <a:t>Incarnato e make-up sono nelle notizie beauty della settimana. La nostra idea: valorizzare il tuo glow naturale.</a:t>
            </a:r>
          </a:p>
          <a:p/>
          <a:p>
            <a:r>
              <a:t>CC Gel – Crème Soin Teinté Eclat Parfait</a:t>
            </a:r>
          </a:p>
          <a:p>
            <a:r>
              <a:t>Un incarnato luminoso, dalla coprenza naturale.</a:t>
            </a:r>
          </a:p>
          <a:p/>
          <a:p>
            <a:r>
              <a:t>Team glow naturale? Raccontacelo nei commenti.</a:t>
            </a:r>
          </a:p>
          <a:p/>
          <a:p>
            <a:r>
              <a:t>#IOMAParis #Skincare #BeautyRoutine #CCGel #IncarnatoNaturale #Glow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originale incorporata due volte, nelle cornici Instagram e Facebook.</a:t>
            </a:r>
          </a:p>
          <a:p>
            <a:r>
              <a:t>Le UI simulate sono confinate al 13% superiore e al 18% inferiore.</a:t>
            </a:r>
          </a:p>
          <a:p>
            <a:r>
              <a:t>Team incarnato naturale?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Pagina web simulata su un dominio .example.</a:t>
            </a:r>
          </a:p>
          <a:p>
            <a:r>
              <a:t>Banner originale 300×250 incorporato senza ritaglio o ingrandimento.</a:t>
            </a:r>
          </a:p>
          <a:p>
            <a:r>
              <a:t>Team incarnato naturale?</a:t>
            </a:r>
          </a:p>
          <a:p>
            <a:r>
              <a:t>Scopri il tuo glow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news.google.com/rss/articles/CBMisAJBVV95cUxOalVWRUpQc05WSm10eTN4NkpIcm44d0JoVHRvckpNWFFORVo4c1FBd183eVhjbzEzSURTMW1rYzdKQmFtX1VDTE1hX0RqZ2N0a1pfZHNjdm9fbWFPenhpT0RIUkE4dm1EZ0QtVVVMRFh3MmlyZmRTSW1kMGc1eWJuZkhUblM3QTEwM1pLQjRFa3FWMF9MVS11dk00QVFOcUJIbTVFaTIxekxOeGlsWTJYQ3RRVDdRSUJrSjVFNXk2eFk5Ym5ZaktUaUZLVXc5ZnMwZEtSbmM4NEZLUXU4c01JcmQ0a0ZsOHF1WFRDalpIOFZ1XzltOG5RajdDUVZEZUpPVG9oOUlwaWxOVmVnRGJBS3J0QzFTV3ZreHdTcmtxMGFJT0ZIVmg3YVBmNTRVTEdB?oc=5" TargetMode="External"/><Relationship Id="rId4" Type="http://schemas.openxmlformats.org/officeDocument/2006/relationships/hyperlink" Target="https://news.google.com/rss/articles/CBMidkFVX3lxTE04Tk1Fc2gwd0pIMU5HNXFHRHBGNTFmZTB2MkRmd0Rua1lJeXZRcUZPX2FJeXlhaDU3MlJWV3pxRy0wb1MyTEpQOUNSeXBsR0dBSjhkSTZyRVZyWUU3TmFvdi0wQmpPTkpHTlZwXzBlUEpqdi1Yd2fSAX5BVV95cUxQOEY5WmN6REV1YkVlN3RGZ1I4NDFsa1hGSmQ1NzVnZTdiOUg1MjJvcHVFMW5DT2lPZDNPWXlBTV9SblRUYkFsUEtxMU1tQWRaLV9OcWlraWt2NU5LeWVrVmUxVnNrQldlN1hGel9jdjU4c0tHQkxlYWhhQ182b1E?oc=5" TargetMode="External"/><Relationship Id="rId5" Type="http://schemas.openxmlformats.org/officeDocument/2006/relationships/hyperlink" Target="https://news.google.com/rss/articles/CBMiswFBVV95cUxOSlEwZE1kQ0RzVnJwYjkyVWZKWHhmREk5RFg2aGlkV1d5LUFlNkdjVWRQeDczMHYzbWdKTWpiS1dySC1jRTBienQ1QzVJVFZKY1lVamIwYllySmlldWhjdVl1QkNiaFBlek1aVkJFLW1rVUhGakRDVHpNWXk2OHV2VGNWaHowV05sV0hZclVmeWViUWpDMlVqU1Y3cFVsNWtFUnIybkFraWRhN0xHTXRyRElNRQ?oc=5" TargetMode="Externa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20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11480"/>
            <a:ext cx="1371600" cy="5731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13716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DC4A4"/>
                </a:solidFill>
                <a:latin typeface="DejaVu Sans"/>
              </a:defRPr>
            </a:pPr>
            <a:r>
              <a:t>CAMPAGNA BEAUTY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5577840" cy="1920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9F5EF"/>
                </a:solidFill>
                <a:latin typeface="DejaVu Sans"/>
              </a:defRPr>
            </a:pPr>
            <a:r>
              <a:t>CC Gel – Crème Soin Teinté Eclat Parfait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977639"/>
            <a:ext cx="77724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29768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9F5EF"/>
                </a:solidFill>
                <a:latin typeface="DejaVu Sans"/>
              </a:defRPr>
            </a:pPr>
            <a:r>
              <a:t>Team incarnato naturale?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276088"/>
            <a:ext cx="5577840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9F5EF"/>
                </a:solidFill>
                <a:latin typeface="DejaVu Sans"/>
              </a:defRPr>
            </a:pPr>
            <a:r>
              <a:t>Incarnato naturale e glow · Obiettivo: commenti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8932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9F5EF"/>
                </a:solidFill>
                <a:latin typeface="DejaVu Sans"/>
              </a:defRPr>
            </a:pPr>
            <a:r>
              <a:t>Settimana 30/09/2026 — 07/10/2026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097280"/>
            <a:ext cx="4800600" cy="480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1" y="1188720"/>
            <a:ext cx="3694176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1D18"/>
                </a:solidFill>
                <a:latin typeface="DejaVu Sans"/>
              </a:defRPr>
            </a:pPr>
            <a:r>
              <a:t>I trend beauty della settimana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5F53"/>
                </a:solidFill>
                <a:latin typeface="DejaVu Sans"/>
              </a:defRPr>
            </a:pPr>
            <a:r>
              <a:t>30/09/2026 — 07/10/2026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502920"/>
            <a:ext cx="1097280" cy="45850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691640"/>
            <a:ext cx="3538728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" y="1938528"/>
            <a:ext cx="45720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ans"/>
              </a:defRPr>
            </a:pPr>
            <a:r>
              <a:t>Éclat e make-up naturale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ans"/>
              </a:defRPr>
            </a:pPr>
            <a:r>
              <a:t>Notizia del 07/10/2026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52044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1D18"/>
                </a:solidFill>
                <a:latin typeface="DejaVu Sans"/>
              </a:defRPr>
            </a:pPr>
            <a:r>
              <a:t>La cipria è tornata (e TikTok ne è ossessionato): dalle passerelle delle Fashion Week al “filtro senza filtro”, perché è di nuovo il prodotto beauty del momento - Il Fatto Quotidiano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54132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44E24"/>
                </a:solidFill>
                <a:latin typeface="DejaVu Sans"/>
              </a:defRPr>
            </a:pPr>
            <a:r>
              <a:rPr>
                <a:hlinkClick r:id="rId3"/>
              </a:rPr>
              <a:t>Fonte: Il Fatto Quotidiano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691640"/>
            <a:ext cx="3538728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35424" y="1938528"/>
            <a:ext cx="45720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ans"/>
              </a:defRPr>
            </a:pPr>
            <a:r>
              <a:t>K-beauty e rituali coreani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ans"/>
              </a:defRPr>
            </a:pPr>
            <a:r>
              <a:t>Notizia del 07/10/2026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52044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1D18"/>
                </a:solidFill>
                <a:latin typeface="DejaVu Sans"/>
              </a:defRPr>
            </a:pPr>
            <a:r>
              <a:t>La skincare coreana conquista Roma: RIMAN arriva nella Capitale con NOW e il rituale beauty in nove passaggi - LaCityMag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54132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44E24"/>
                </a:solidFill>
                <a:latin typeface="DejaVu Sans"/>
              </a:defRPr>
            </a:pPr>
            <a:r>
              <a:rPr>
                <a:hlinkClick r:id="rId4"/>
              </a:rPr>
              <a:t>Fonte: LaCityMag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691640"/>
            <a:ext cx="3538728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11896" y="1938528"/>
            <a:ext cx="45720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ans"/>
              </a:defRPr>
            </a:pPr>
            <a:r>
              <a:t>Éclat e make-up naturale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ans"/>
              </a:defRPr>
            </a:pPr>
            <a:r>
              <a:t>Notizia del 06/10/2026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52044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1D18"/>
                </a:solidFill>
                <a:latin typeface="DejaVu Sans"/>
              </a:defRPr>
            </a:pPr>
            <a:r>
              <a:t>Tutte pazze per il no blush, il trucco dell’autunno 2026 che cancella il rosa dalle guance - 361 Magazine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54132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44E24"/>
                </a:solidFill>
                <a:latin typeface="DejaVu Sans"/>
              </a:defRPr>
            </a:pPr>
            <a:r>
              <a:rPr>
                <a:hlinkClick r:id="rId5"/>
              </a:rPr>
              <a:t>Fonte: 361 Magazine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5F53"/>
                </a:solidFill>
                <a:latin typeface="DejaVu Sans"/>
              </a:defRPr>
            </a:pPr>
            <a:r>
              <a:t>Idea per il post: Incarnato naturale e glow · Obiettivo: commenti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1D18"/>
                </a:solidFill>
                <a:latin typeface="DejaVu Sans"/>
              </a:defRPr>
            </a:pPr>
            <a:r>
              <a:t>Instagram · Feed 4:5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188720"/>
            <a:ext cx="1106424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34416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1D18"/>
                </a:solidFill>
                <a:latin typeface="DejaVu Sans"/>
              </a:defRPr>
            </a:pPr>
            <a: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91472" y="1371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1D18"/>
                </a:solidFill>
                <a:latin typeface="DejaVu Sans"/>
              </a:defRPr>
            </a:pPr>
            <a:r>
              <a:t>IOMA Paris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10835640" cy="10972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65376"/>
            <a:ext cx="3584447" cy="448055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99432" y="1920240"/>
            <a:ext cx="10972" cy="4160520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938528"/>
            <a:ext cx="566928" cy="2368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0" y="1984248"/>
            <a:ext cx="5458968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1D18"/>
                </a:solidFill>
                <a:latin typeface="DejaVu Sans"/>
              </a:defRPr>
            </a:pPr>
            <a:r>
              <a:t>IOMA Paris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514600"/>
            <a:ext cx="6172200" cy="2880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ans"/>
              </a:defRPr>
            </a:pPr>
            <a:r>
              <a:t>Team incarnato naturale?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ans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ans"/>
              </a:defRPr>
            </a:pPr>
            <a:r>
              <a:t>Incarnato e make-up sono nelle notizie beauty della settimana. La nostra idea: valorizzare il tuo glow naturale.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ans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ans"/>
              </a:defRPr>
            </a:pPr>
            <a:r>
              <a:t>CC Gel – Crème Soin Teinté Eclat Parfait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ans"/>
              </a:defRPr>
            </a:pPr>
            <a:r>
              <a:t>Un incarnato luminoso, dalla coprenza naturale.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ans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ans"/>
              </a:defRPr>
            </a:pPr>
            <a:r>
              <a:t>Team glow naturale? Raccontacelo nei commenti.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5522976"/>
            <a:ext cx="617220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A5D94"/>
                </a:solidFill>
                <a:latin typeface="DejaVu Sans"/>
              </a:defRPr>
            </a:pPr>
            <a:r>
              <a:t>#IOMAParis #Skincare #BeautyRoutine #CCGel #IncarnatoNaturale #Glow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6144768"/>
            <a:ext cx="61722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ans"/>
              </a:defRPr>
            </a:pPr>
            <a:r>
              <a:t>Mi piace · Commenta · Condividi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1D18"/>
                </a:solidFill>
                <a:latin typeface="DejaVu Sans"/>
              </a:defRPr>
            </a:pPr>
            <a:r>
              <a:t>Facebook · Feed 4:5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188720"/>
            <a:ext cx="1106424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35640" cy="42976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5331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77F2"/>
                </a:solidFill>
                <a:latin typeface="DejaVu Sans"/>
              </a:defRPr>
            </a:pPr>
            <a:r>
              <a:t>facebook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380744"/>
            <a:ext cx="365760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5F53"/>
                </a:solidFill>
                <a:latin typeface="DejaVu Sans"/>
              </a:defRPr>
            </a:pPr>
            <a:r>
              <a:t>Cerca su Facebook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91472" y="1371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1D18"/>
                </a:solidFill>
                <a:latin typeface="DejaVu Sans"/>
              </a:defRPr>
            </a:pPr>
            <a:r>
              <a:t>IOMA Paris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0835640" cy="10972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65376"/>
            <a:ext cx="3584447" cy="448055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99432" y="1920240"/>
            <a:ext cx="10972" cy="4160520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938528"/>
            <a:ext cx="566928" cy="2368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0" y="1984248"/>
            <a:ext cx="5458968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1D18"/>
                </a:solidFill>
                <a:latin typeface="DejaVu Sans"/>
              </a:defRPr>
            </a:pPr>
            <a:r>
              <a:t>IOMA Paris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514600"/>
            <a:ext cx="6172200" cy="2880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ans"/>
              </a:defRPr>
            </a:pPr>
            <a:r>
              <a:t>Team incarnato naturale?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ans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ans"/>
              </a:defRPr>
            </a:pPr>
            <a:r>
              <a:t>Incarnato e make-up sono nelle notizie beauty della settimana. La nostra idea: valorizzare il tuo glow naturale.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ans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ans"/>
              </a:defRPr>
            </a:pPr>
            <a:r>
              <a:t>CC Gel – Crème Soin Teinté Eclat Parfait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ans"/>
              </a:defRPr>
            </a:pPr>
            <a:r>
              <a:t>Un incarnato luminoso, dalla coprenza naturale.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ans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ans"/>
              </a:defRPr>
            </a:pPr>
            <a:r>
              <a:t>Team glow naturale? Raccontacelo nei commenti.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5522976"/>
            <a:ext cx="617220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A5D94"/>
                </a:solidFill>
                <a:latin typeface="DejaVu Sans"/>
              </a:defRPr>
            </a:pPr>
            <a:r>
              <a:t>#IOMAParis #Skincare #BeautyRoutine #CCGel #IncarnatoNaturale #Glow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6144768"/>
            <a:ext cx="61722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ans"/>
              </a:defRPr>
            </a:pPr>
            <a:r>
              <a:t>Mi piace · Commenta · Condividi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1D18"/>
                </a:solidFill>
                <a:latin typeface="DejaVu Sans"/>
              </a:defRPr>
            </a:pPr>
            <a:r>
              <a:t>Story / Reel · 9:16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60120" y="1261872"/>
            <a:ext cx="2743200" cy="5157216"/>
          </a:xfrm>
          <a:prstGeom prst="roundRect">
            <a:avLst>
              <a:gd name="adj" fmla="val 5000"/>
            </a:avLst>
          </a:prstGeom>
          <a:solidFill>
            <a:srgbClr val="18191E"/>
          </a:solidFill>
          <a:ln w="9525">
            <a:solidFill>
              <a:srgbClr val="535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1664208"/>
            <a:ext cx="2414015" cy="42915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0432" y="1399032"/>
            <a:ext cx="5029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ejaVu Sans"/>
              </a:defRPr>
            </a:pPr>
            <a:r>
              <a:t>9:41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0944" y="1371600"/>
            <a:ext cx="45720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ejaVu Sans"/>
              </a:defRPr>
            </a:pPr>
            <a:r>
              <a:t>•••</a:t>
            </a:r>
          </a:p>
        </p:txBody>
      </p:sp>
      <p:sp>
        <p:nvSpPr>
          <p:cNvPr id="8" name="Rectangle 7"/>
          <p:cNvSpPr/>
          <p:nvPr/>
        </p:nvSpPr>
        <p:spPr>
          <a:xfrm>
            <a:off x="1124712" y="1664208"/>
            <a:ext cx="2414016" cy="320040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1764792"/>
            <a:ext cx="173736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IOMA Paris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24712" y="5513832"/>
            <a:ext cx="2414016" cy="441959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61872" y="5623560"/>
            <a:ext cx="1874519" cy="228600"/>
          </a:xfrm>
          <a:prstGeom prst="roundRect">
            <a:avLst>
              <a:gd name="adj" fmla="val 5000"/>
            </a:avLst>
          </a:prstGeom>
          <a:solidFill>
            <a:srgbClr val="3A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5687568"/>
            <a:ext cx="1655064" cy="118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ejaVu Sans"/>
              </a:defRPr>
            </a:pPr>
            <a:r>
              <a:t>Invia un messaggio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6510528"/>
            <a:ext cx="283464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1D18"/>
                </a:solidFill>
                <a:latin typeface="DejaVu Sans"/>
              </a:defRPr>
            </a:pPr>
            <a:r>
              <a:t>Instagram · Story/Reel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261872"/>
            <a:ext cx="2743200" cy="5157216"/>
          </a:xfrm>
          <a:prstGeom prst="roundRect">
            <a:avLst>
              <a:gd name="adj" fmla="val 5000"/>
            </a:avLst>
          </a:prstGeom>
          <a:solidFill>
            <a:srgbClr val="18191E"/>
          </a:solidFill>
          <a:ln w="9525">
            <a:solidFill>
              <a:srgbClr val="535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1664208"/>
            <a:ext cx="2414015" cy="429158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99432" y="1399032"/>
            <a:ext cx="5029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ejaVu Sans"/>
              </a:defRPr>
            </a:pPr>
            <a:r>
              <a:t>9:41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371600"/>
            <a:ext cx="45720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ejaVu Sans"/>
              </a:defRPr>
            </a:pPr>
            <a:r>
              <a:t>•••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53712" y="1664208"/>
            <a:ext cx="2414016" cy="320040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764792"/>
            <a:ext cx="173736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IOMA Paris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3712" y="5513832"/>
            <a:ext cx="2414016" cy="441959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90872" y="5623560"/>
            <a:ext cx="1874519" cy="228600"/>
          </a:xfrm>
          <a:prstGeom prst="roundRect">
            <a:avLst>
              <a:gd name="adj" fmla="val 5000"/>
            </a:avLst>
          </a:prstGeom>
          <a:solidFill>
            <a:srgbClr val="3A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5687568"/>
            <a:ext cx="1655064" cy="118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ejaVu Sans"/>
              </a:defRPr>
            </a:pPr>
            <a:r>
              <a:t>Rispondi alla storia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4" y="6510528"/>
            <a:ext cx="283464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1D18"/>
                </a:solidFill>
                <a:latin typeface="DejaVu Sans"/>
              </a:defRPr>
            </a:pPr>
            <a:r>
              <a:t>Facebook · Story/Reel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1600200"/>
            <a:ext cx="3886200" cy="960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1D18"/>
                </a:solidFill>
                <a:latin typeface="DejaVu Sans"/>
              </a:defRPr>
            </a:pPr>
            <a:r>
              <a:t>Team incarnato naturale?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779776"/>
            <a:ext cx="38862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1D18"/>
                </a:solidFill>
                <a:latin typeface="DejaVu Sans"/>
              </a:defRPr>
            </a:pPr>
            <a:r>
              <a:t>Un incarnato luminoso, dalla coprenza naturale.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361688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ans"/>
              </a:defRPr>
            </a:pPr>
            <a:r>
              <a:t>Scopri il tuo glow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632704"/>
            <a:ext cx="388620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5F53"/>
                </a:solidFill>
                <a:latin typeface="DejaVu Sans"/>
              </a:defRPr>
            </a:pPr>
            <a:r>
              <a:t>1080×1920 · Immagine completa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1D18"/>
                </a:solidFill>
                <a:latin typeface="DejaVu Sans"/>
              </a:defRPr>
            </a:pPr>
            <a:r>
              <a:t>Banner display · Pagina web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188720"/>
            <a:ext cx="1106424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307592"/>
            <a:ext cx="10844784" cy="384048"/>
          </a:xfrm>
          <a:prstGeom prst="rect">
            <a:avLst/>
          </a:prstGeom>
          <a:solidFill>
            <a:srgbClr val="EB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89888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7E86"/>
                </a:solidFill>
                <a:latin typeface="DejaVu Sans"/>
              </a:defRPr>
            </a:pPr>
            <a:r>
              <a:t>● ●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5688" y="1362456"/>
            <a:ext cx="7790688" cy="2377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408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5F53"/>
                </a:solidFill>
                <a:latin typeface="DejaVu Sans"/>
              </a:defRPr>
            </a:pPr>
            <a:r>
              <a:t>beauty-journal.example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1D18"/>
                </a:solidFill>
                <a:latin typeface="DejaVu Sans"/>
              </a:defRPr>
            </a:pPr>
            <a:r>
              <a:t>BEAUTY JOURNAL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198424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ans"/>
              </a:defRPr>
            </a:pPr>
            <a:r>
              <a:t>Skincare · Tendenze · Rituali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2441448"/>
            <a:ext cx="10332720" cy="10972"/>
          </a:xfrm>
          <a:prstGeom prst="rect">
            <a:avLst/>
          </a:prstGeom>
          <a:solidFill>
            <a:srgbClr val="E6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681228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61D18"/>
                </a:solidFill>
                <a:latin typeface="DejaVu Sans"/>
              </a:defRPr>
            </a:pPr>
            <a:r>
              <a:t>Incarnato naturale e glow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21024"/>
            <a:ext cx="6537960" cy="2148840"/>
          </a:xfrm>
          <a:prstGeom prst="roundRect">
            <a:avLst>
              <a:gd name="adj" fmla="val 5000"/>
            </a:avLst>
          </a:prstGeom>
          <a:solidFill>
            <a:srgbClr val="F9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earl-g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" y="3721608"/>
            <a:ext cx="1298448" cy="19476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70632" y="3886200"/>
            <a:ext cx="4343400" cy="7589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1D18"/>
                </a:solidFill>
                <a:latin typeface="DejaVu Sans"/>
              </a:defRPr>
            </a:pPr>
            <a:r>
              <a:t>Un nuovo spazio per il tuo rituale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4818888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ans"/>
              </a:defRPr>
            </a:pPr>
            <a:r>
              <a:t>Idee beauty, gesti di cura e ispirazioni dalla settimana.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615184"/>
            <a:ext cx="2862072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5F53"/>
                </a:solidFill>
                <a:latin typeface="DejaVu Sans"/>
              </a:defRPr>
            </a:pPr>
            <a:r>
              <a:t>Pubblicità</a:t>
            </a:r>
          </a:p>
        </p:txBody>
      </p:sp>
      <p:pic>
        <p:nvPicPr>
          <p:cNvPr id="18" name="Picture 17" descr="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2926080"/>
            <a:ext cx="2857500" cy="2381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6071616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5F53"/>
                </a:solidFill>
                <a:latin typeface="DejaVu Sans"/>
              </a:defRPr>
            </a:pPr>
            <a:r>
              <a:t>Beauty &amp; skincare · Magazine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 Gel – Crème Soin Teinté Eclat Parfait · Campagna IOMA</dc:title>
  <dc:subject>Trend settimanali, Instagram, Facebook, Story/Reel e banner web</dc:subject>
  <dc:creator>IOMA Paris · Beauty 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