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claim dal catalogo locale. Packshot originale: https://ioma-paris.com/cdn/shop/files/creme-sublime-revitalisante-creme-anti-age-packshot-IOMA.jpg?v=1782462754&amp;width=2000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K-beauty e rituali coreani</a:t>
            </a:r>
          </a:p>
          <a:p>
            <a:r>
              <a:t>La skincare coreana conquista Roma: RIMAN arriva nella Capitale con NOW e il rituale beauty in nove passaggi - LaCityMag</a:t>
            </a:r>
          </a:p>
          <a:p>
            <a:r>
              <a:t>LaCityMag · 2026-10-07T13:31:05+00:00</a:t>
            </a:r>
          </a:p>
          <a:p>
            <a:r>
              <a:t>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</a:t>
            </a:r>
          </a:p>
          <a:p/>
          <a:p>
            <a:r>
              <a:t>Éclat e make-up naturale</a:t>
            </a:r>
          </a:p>
          <a:p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  <a:p>
            <a:r>
              <a:t>Il Fatto Quotidiano · 2026-10-07T15:30:39+00:00</a:t>
            </a:r>
          </a:p>
          <a:p>
            <a:r>
              <a:t>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</a:t>
            </a:r>
          </a:p>
          <a:p/>
          <a:p>
            <a:r>
              <a:t>K-beauty e rituali coreani</a:t>
            </a:r>
          </a:p>
          <a:p>
            <a:r>
              <a:t>La K-beauty conquista anche Roma: rituali coreani, formazione e skincare dal vivo con il debutto di NOW nella Capitale - https://www.lacapitalenews.it/</a:t>
            </a:r>
          </a:p>
          <a:p>
            <a:r>
              <a:t>https://www.lacapitalenews.it/ · 2026-10-07T13:24:03+00:00</a:t>
            </a:r>
          </a:p>
          <a:p>
            <a:r>
              <a:t>https://news.google.com/rss/articles/CBMilwFBVV95cUxPeURWVXV0bnFkWUJ0ZlRqc21EeEFpaDREcm5zM0NCeTloU2VITF9adDZvYjU2VXNhTzZCYnlNMjUtWTVYeGVhb0tBU3NuMTVRWXF0UG9sVjdTb21sSDdCRk91Wlcyd1ZEUU0tdWNvOG9EU25ERE5tYURxRlVWUTlza0lHbEx5Uzg5bGUyTi1YN0ItZUpUSndF?oc=5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Instagram feed: PNG completo 1080×1350, senza ritaglio. Anteprima senza pubblicazione.</a:t>
            </a:r>
          </a:p>
          <a:p/>
          <a:p>
            <a:r>
              <a:t>Make time for care</a:t>
            </a:r>
          </a:p>
          <a:p/>
          <a:p>
            <a:r>
              <a:t>K-beauty rituals inspire us to make time for daily skincare.</a:t>
            </a:r>
          </a:p>
          <a:p/>
          <a:p>
            <a:r>
              <a:t>Crème Sublime Revitalisante – Soin anti-âge expert</a:t>
            </a:r>
          </a:p>
          <a:p>
            <a:r>
              <a:t>Deeply nourishes the skin. For firmer skin.</a:t>
            </a:r>
          </a:p>
          <a:p/>
          <a:p>
            <a:r>
              <a:t>Save this post for your next skincare ritual.</a:t>
            </a:r>
          </a:p>
          <a:p/>
          <a:p>
            <a:r>
              <a:t>#IOMAParis #Skincare #BeautyRitual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feed: PNG completo 1080×1350, senza ritaglio. Anteprima senza pubblicazione.</a:t>
            </a:r>
          </a:p>
          <a:p/>
          <a:p>
            <a:r>
              <a:t>Make time for care</a:t>
            </a:r>
          </a:p>
          <a:p/>
          <a:p>
            <a:r>
              <a:t>K-beauty rituals inspire us to make time for daily skincare.</a:t>
            </a:r>
          </a:p>
          <a:p/>
          <a:p>
            <a:r>
              <a:t>Crème Sublime Revitalisante – Soin anti-âge expert</a:t>
            </a:r>
          </a:p>
          <a:p>
            <a:r>
              <a:t>Deeply nourishes the skin. For firmer skin.</a:t>
            </a:r>
          </a:p>
          <a:p/>
          <a:p>
            <a:r>
              <a:t>Save this post for your next skincare ritual.</a:t>
            </a:r>
          </a:p>
          <a:p/>
          <a:p>
            <a:r>
              <a:t>#IOMAParis #Skincare #BeautyRitual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originale incorporata due volte, nelle cornici Instagram e Facebook.</a:t>
            </a:r>
          </a:p>
          <a:p>
            <a:r>
              <a:t>Le UI simulate sono confinate al 13% superiore e al 18% inferiore.</a:t>
            </a:r>
          </a:p>
          <a:p>
            <a:r>
              <a:t>Make time for 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 web simulata su un dominio .example.</a:t>
            </a:r>
          </a:p>
          <a:p>
            <a:r>
              <a:t>Banner originale 300×250 incorporato senza ritaglio o ingrandimento.</a:t>
            </a:r>
          </a:p>
          <a:p>
            <a:r>
              <a:t>Make time for care</a:t>
            </a:r>
          </a:p>
          <a:p>
            <a:r>
              <a:t>Discover the ritual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" TargetMode="External"/><Relationship Id="rId4" Type="http://schemas.openxmlformats.org/officeDocument/2006/relationships/hyperlink" Target="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" TargetMode="External"/><Relationship Id="rId5" Type="http://schemas.openxmlformats.org/officeDocument/2006/relationships/hyperlink" Target="https://news.google.com/rss/articles/CBMilwFBVV95cUxPeURWVXV0bnFkWUJ0ZlRqc21EeEFpaDREcm5zM0NCeTloU2VITF9adDZvYjU2VXNhTzZCYnlNMjUtWTVYeGVhb0tBU3NuMTVRWXF0UG9sVjdTb21sSDdCRk91Wlcyd1ZEUU0tdWNvOG9EU25ERE5tYURxRlVWUTlza0lHbEx5Uzg5bGUyTi1YN0ItZUpUSndF?oc=5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74320"/>
            <a:ext cx="1371600" cy="5731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C4A4"/>
                </a:solidFill>
                <a:latin typeface="DejaVu Serif"/>
              </a:defRPr>
            </a:pPr>
            <a:r>
              <a:t>CAMPAGNA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F5EF"/>
                </a:solidFill>
                <a:latin typeface="DejaVu Serif"/>
              </a:defRPr>
            </a:pPr>
            <a:r>
              <a:t>Crème Sublime Revitalisante – Soin anti-âge expert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77639"/>
            <a:ext cx="77724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97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9F5EF"/>
                </a:solidFill>
                <a:latin typeface="DejaVu Serif"/>
              </a:defRPr>
            </a:pPr>
            <a:r>
              <a:t>Make time for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76088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Rituali ispirati alla K-beauty · Obiettivo: salvataggi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Settimana 30/09/2026 — 07/10/2026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97280"/>
            <a:ext cx="4800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1" y="1188720"/>
            <a:ext cx="369417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 trend beauty della settimana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5F53"/>
                </a:solidFill>
                <a:latin typeface="DejaVu Serif"/>
              </a:defRPr>
            </a:pPr>
            <a:r>
              <a:t>30/09/2026 — 07/10/2026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37160"/>
            <a:ext cx="1097280" cy="458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erif"/>
              </a:defRPr>
            </a:pPr>
            <a:r>
              <a:t>La skincare coreana conquista Roma: RIMAN arriva nella Capitale con NOW e il rituale beauty in nove passaggi - LaCityMag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3"/>
              </a:rPr>
              <a:t>Fonte: LaCityMag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Éclat e make-up naturale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4"/>
              </a:rPr>
              <a:t>Fonte: Il Fatto Quotidiano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K-beauty conquista anche Roma: rituali coreani, formazione e skincare dal vivo con il debutto di NOW nella Capitale - https://www.lacapitalenews.it/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5"/>
              </a:rPr>
              <a:t>Fonte: https://www.lacapitalenews.it/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Idea per il post: Rituali ispirati alla K-beauty · Obiettivo: salvataggi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Instagram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44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1D18"/>
                </a:solidFill>
                <a:latin typeface="DejaVu Serif"/>
              </a:defRPr>
            </a:pPr>
            <a: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Make time for care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K-beauty rituals inspire us to make time for daily skincare.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Deeply nourishes the skin. For firmer skin.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Save this post for your next skincare ritual.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erif"/>
              </a:defRPr>
            </a:pPr>
            <a:r>
              <a:t>#IOMAParis #Skincare #BeautyRitual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Facebook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35640" cy="4297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77F2"/>
                </a:solidFill>
                <a:latin typeface="DejaVu Serif"/>
              </a:defRPr>
            </a:pPr>
            <a: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807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Cerca su 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Make time for care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K-beauty rituals inspire us to make time for daily skincare.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Deeply nourishes the skin. For firmer skin.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Save this post for your next skincare ritual.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erif"/>
              </a:defRPr>
            </a:pPr>
            <a:r>
              <a:t>#IOMAParis #Skincare #BeautyRitual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Story / Reel · 9:16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0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64208"/>
            <a:ext cx="2414015" cy="4291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61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Invia un messaggio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Instagram · Story/Reel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64208"/>
            <a:ext cx="2414015" cy="42915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9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90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Rispondi alla 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Facebook · Story/Reel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3886200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1D18"/>
                </a:solidFill>
                <a:latin typeface="DejaVu Serif"/>
              </a:defRPr>
            </a:pPr>
            <a:r>
              <a:t>Make time for 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79776"/>
            <a:ext cx="38862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erif"/>
              </a:defRPr>
            </a:pPr>
            <a:r>
              <a:t>Deeply nourishes the skin. For firmer skin.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36168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Discover the ritual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632704"/>
            <a:ext cx="388620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F53"/>
                </a:solidFill>
                <a:latin typeface="DejaVu Serif"/>
              </a:defRPr>
            </a:pPr>
            <a:r>
              <a:t>1080×1920 · Immagine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Banner display · Pagina web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07592"/>
            <a:ext cx="10844784" cy="384048"/>
          </a:xfrm>
          <a:prstGeom prst="rect">
            <a:avLst/>
          </a:prstGeom>
          <a:solidFill>
            <a:srgbClr val="EB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7E86"/>
                </a:solidFill>
                <a:latin typeface="DejaVu Serif"/>
              </a:defRPr>
            </a:pPr>
            <a:r>
              <a:t>● ●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362456"/>
            <a:ext cx="7790688" cy="237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408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5F53"/>
                </a:solidFill>
                <a:latin typeface="DejaVu Serif"/>
              </a:defRPr>
            </a:pPr>
            <a:r>
              <a:t>beauty-journal.example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1D18"/>
                </a:solidFill>
                <a:latin typeface="DejaVu Serif"/>
              </a:defRPr>
            </a:pPr>
            <a:r>
              <a:t>BEAUTY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9842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Skincare · Tendenze · Rituali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441448"/>
            <a:ext cx="10332720" cy="10972"/>
          </a:xfrm>
          <a:prstGeom prst="rect">
            <a:avLst/>
          </a:prstGeom>
          <a:solidFill>
            <a:srgbClr val="E6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68122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1D18"/>
                </a:solidFill>
                <a:latin typeface="DejaVu Serif"/>
              </a:defRPr>
            </a:pPr>
            <a:r>
              <a:t>Rituali ispirati alla K-beauty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6537960" cy="2148840"/>
          </a:xfrm>
          <a:prstGeom prst="roundRect">
            <a:avLst>
              <a:gd name="adj" fmla="val 5000"/>
            </a:avLst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nt-ri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3721608"/>
            <a:ext cx="1298448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0632" y="3886200"/>
            <a:ext cx="4343400" cy="758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1D18"/>
                </a:solidFill>
                <a:latin typeface="DejaVu Serif"/>
              </a:defRPr>
            </a:pPr>
            <a:r>
              <a:t>Un nuovo spazio per il tuo rituale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81888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erif"/>
              </a:defRPr>
            </a:pPr>
            <a:r>
              <a:t>Idee beauty, gesti di cura e ispirazioni dalla settimana.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15184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Pubblicità</a:t>
            </a:r>
          </a:p>
        </p:txBody>
      </p:sp>
      <p:pic>
        <p:nvPicPr>
          <p:cNvPr id="18" name="Picture 17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926080"/>
            <a:ext cx="2857500" cy="2381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071616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Beauty &amp; skincare · Magazine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Crème Sublime Revitalisante – Soin anti-âge expert · Campagna IOMA</dc:title>
  <dc:subject>Trend settimanali, Instagram, Facebook, Story/Reel e banner web</dc:subject>
  <dc:creator>IOMA Paris · Beauty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