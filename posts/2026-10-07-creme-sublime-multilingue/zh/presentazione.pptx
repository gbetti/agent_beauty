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Titolo e claim dal catalogo locale. Packshot originale: https://ioma-paris.com/cdn/shop/files/creme-sublime-revitalisante-creme-anti-age-packshot-IOMA.jpg?v=1782462754&amp;width=2000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K-beauty e rituali coreani</a:t>
            </a:r>
          </a:p>
          <a:p>
            <a:r>
              <a:t>La skincare coreana conquista Roma: RIMAN arriva nella Capitale con NOW e il rituale beauty in nove passaggi - LaCityMag</a:t>
            </a:r>
          </a:p>
          <a:p>
            <a:r>
              <a:t>LaCityMag · 2026-10-07T13:31:05+00:00</a:t>
            </a:r>
          </a:p>
          <a:p>
            <a:r>
              <a:t>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</a:t>
            </a:r>
          </a:p>
          <a:p/>
          <a:p>
            <a:r>
              <a:t>Éclat e make-up naturale</a:t>
            </a:r>
          </a:p>
          <a:p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  <a:p>
            <a:r>
              <a:t>Il Fatto Quotidiano · 2026-10-07T15:30:39+00:00</a:t>
            </a:r>
          </a:p>
          <a:p>
            <a:r>
              <a:t>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</a:t>
            </a:r>
          </a:p>
          <a:p/>
          <a:p>
            <a:r>
              <a:t>K-beauty e rituali coreani</a:t>
            </a:r>
          </a:p>
          <a:p>
            <a:r>
              <a:t>La K-beauty conquista anche Roma: rituali coreani, formazione e skincare dal vivo con il debutto di NOW nella Capitale - https://www.lacapitalenews.it/</a:t>
            </a:r>
          </a:p>
          <a:p>
            <a:r>
              <a:t>https://www.lacapitalenews.it/ · 2026-10-07T13:24:03+00:00</a:t>
            </a:r>
          </a:p>
          <a:p>
            <a:r>
              <a:t>https://news.google.com/rss/articles/CBMilwFBVV95cUxPeURWVXV0bnFkWUJ0ZlRqc21EeEFpaDREcm5zM0NCeTloU2VITF9adDZvYjU2VXNhTzZCYnlNMjUtWTVYeGVhb0tBU3NuMTVRWXF0UG9sVjdTb21sSDdCRk91Wlcyd1ZEUU0tdWNvOG9EU25ERE5tYURxRlVWUTlza0lHbEx5Uzg5bGUyTi1YN0ItZUpUSndF?oc=5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Instagram feed: PNG completo 1080×1350, senza ritaglio. Anteprima senza pubblicazione.</a:t>
            </a:r>
          </a:p>
          <a:p/>
          <a:p>
            <a:r>
              <a:t>留点时间呵护肌肤</a:t>
            </a:r>
          </a:p>
          <a:p/>
          <a:p>
            <a:r>
              <a:t>从韩式护肤仪式中汲取灵感，为日常护理留出时间。</a:t>
            </a:r>
          </a:p>
          <a:p/>
          <a:p>
            <a:r>
              <a:t>Crème Sublime Revitalisante – Soin anti-âge expert</a:t>
            </a:r>
          </a:p>
          <a:p>
            <a:r>
              <a:t>深层滋养肌肤，令肌肤更加紧致。</a:t>
            </a:r>
          </a:p>
          <a:p/>
          <a:p>
            <a:r>
              <a:t>收藏这篇帖子，为下次护肤留点灵感。</a:t>
            </a:r>
          </a:p>
          <a:p/>
          <a:p>
            <a:r>
              <a:t>#IOMAParis #护肤 #护肤仪式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feed: PNG completo 1080×1350, senza ritaglio. Anteprima senza pubblicazione.</a:t>
            </a:r>
          </a:p>
          <a:p/>
          <a:p>
            <a:r>
              <a:t>留点时间呵护肌肤</a:t>
            </a:r>
          </a:p>
          <a:p/>
          <a:p>
            <a:r>
              <a:t>从韩式护肤仪式中汲取灵感，为日常护理留出时间。</a:t>
            </a:r>
          </a:p>
          <a:p/>
          <a:p>
            <a:r>
              <a:t>Crème Sublime Revitalisante – Soin anti-âge expert</a:t>
            </a:r>
          </a:p>
          <a:p>
            <a:r>
              <a:t>深层滋养肌肤，令肌肤更加紧致。</a:t>
            </a:r>
          </a:p>
          <a:p/>
          <a:p>
            <a:r>
              <a:t>收藏这篇帖子，为下次护肤留点灵感。</a:t>
            </a:r>
          </a:p>
          <a:p/>
          <a:p>
            <a:r>
              <a:t>#IOMAParis #护肤 #护肤仪式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originale incorporata due volte, nelle cornici Instagram e Facebook.</a:t>
            </a:r>
          </a:p>
          <a:p>
            <a:r>
              <a:t>Le UI simulate sono confinate al 13% superiore e al 18% inferiore.</a:t>
            </a:r>
          </a:p>
          <a:p>
            <a:r>
              <a:t>留点时间呵护肌肤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Pagina web simulata su un dominio .example.</a:t>
            </a:r>
          </a:p>
          <a:p>
            <a:r>
              <a:t>Banner originale 300×250 incorporato senza ritaglio o ingrandimento.</a:t>
            </a:r>
          </a:p>
          <a:p>
            <a:r>
              <a:t>留点时间呵护肌肤</a:t>
            </a:r>
          </a:p>
          <a:p>
            <a:r>
              <a:t>探索护肤仪式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news.google.com/rss/articles/CBMidkFVX3lxTE04Tk1Fc2gwd0pIMU5HNXFHRHBGNTFmZTB2MkRmd0Rua1lJeXZRcUZPX2FJeXlhaDU3MlJWV3pxRy0wb1MyTEpQOUNSeXBsR0dBSjhkSTZyRVZyWUU3TmFvdi0wQmpPTkpHTlZwXzBlUEpqdi1Yd2fSAX5BVV95cUxQOEY5WmN6REV1YkVlN3RGZ1I4NDFsa1hGSmQ1NzVnZTdiOUg1MjJvcHVFMW5DT2lPZDNPWXlBTV9SblRUYkFsUEtxMU1tQWRaLV9OcWlraWt2NU5LeWVrVmUxVnNrQldlN1hGel9jdjU4c0tHQkxlYWhhQ182b1E?oc=5" TargetMode="External"/><Relationship Id="rId4" Type="http://schemas.openxmlformats.org/officeDocument/2006/relationships/hyperlink" Target="https://news.google.com/rss/articles/CBMisAJBVV95cUxOalVWRUpQc05WSm10eTN4NkpIcm44d0JoVHRvckpNWFFORVo4c1FBd183eVhjbzEzSURTMW1rYzdKQmFtX1VDTE1hX0RqZ2N0a1pfZHNjdm9fbWFPenhpT0RIUkE4dm1EZ0QtVVVMRFh3MmlyZmRTSW1kMGc1eWJuZkhUblM3QTEwM1pLQjRFa3FWMF9MVS11dk00QVFOcUJIbTVFaTIxekxOeGlsWTJYQ3RRVDdRSUJrSjVFNXk2eFk5Ym5ZaktUaUZLVXc5ZnMwZEtSbmM4NEZLUXU4c01JcmQ0a0ZsOHF1WFRDalpIOFZ1XzltOG5RajdDUVZEZUpPVG9oOUlwaWxOVmVnRGJBS3J0QzFTV3ZreHdTcmtxMGFJT0ZIVmg3YVBmNTRVTEdB?oc=5" TargetMode="External"/><Relationship Id="rId5" Type="http://schemas.openxmlformats.org/officeDocument/2006/relationships/hyperlink" Target="https://news.google.com/rss/articles/CBMilwFBVV95cUxPeURWVXV0bnFkWUJ0ZlRqc21EeEFpaDREcm5zM0NCeTloU2VITF9adDZvYjU2VXNhTzZCYnlNMjUtWTVYeGVhb0tBU3NuMTVRWXF0UG9sVjdTb21sSDdCRk91Wlcyd1ZEUU0tdWNvOG9EU25ERE5tYURxRlVWUTlza0lHbEx5Uzg5bGUyTi1YN0ItZUpUSndF?oc=5" TargetMode="Externa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2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274320"/>
            <a:ext cx="1371600" cy="5731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3716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DDC4A4"/>
                </a:solidFill>
                <a:latin typeface="DejaVu Serif"/>
              </a:defRPr>
            </a:pPr>
            <a:r>
              <a:t>CAMPAGNA BEAUTY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74519"/>
            <a:ext cx="5577840" cy="1920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9F5EF"/>
                </a:solidFill>
                <a:latin typeface="DejaVu Serif"/>
              </a:defRPr>
            </a:pPr>
            <a:r>
              <a:t>Crème Sublime Revitalisante – Soin anti-âge expert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77639"/>
            <a:ext cx="77724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97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9F5EF"/>
                </a:solidFill>
                <a:latin typeface="Noto Serif CJK SC"/>
              </a:defRPr>
            </a:pPr>
            <a:r>
              <a:t>留点时间呵护肌肤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76088"/>
            <a:ext cx="5577840" cy="493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Rituali ispirati alla K-beauty · Obiettivo: salvataggi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9F5EF"/>
                </a:solidFill>
                <a:latin typeface="DejaVu Serif"/>
              </a:defRPr>
            </a:pPr>
            <a:r>
              <a:t>Settimana 30/09/2026 — 07/10/2026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097280"/>
            <a:ext cx="480060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771" y="1188720"/>
            <a:ext cx="3694176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 trend beauty della settimana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32688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5F53"/>
                </a:solidFill>
                <a:latin typeface="DejaVu Serif"/>
              </a:defRPr>
            </a:pPr>
            <a:r>
              <a:t>30/09/2026 — 07/10/2026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37160"/>
            <a:ext cx="1097280" cy="4585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1D18"/>
                </a:solidFill>
                <a:latin typeface="DejaVu Serif"/>
              </a:defRPr>
            </a:pPr>
            <a:r>
              <a:t>La skincare coreana conquista Roma: RIMAN arriva nella Capitale con NOW e il rituale beauty in nove passaggi - LaCityMag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3"/>
              </a:rPr>
              <a:t>Fonte: LaCityMag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Éclat e make-up naturale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cipria è tornata (e TikTok ne è ossessionato): dalle passerelle delle Fashion Week al “filtro senza filtro”, perché è di nuovo il prodotto beauty del momento - Il Fatto Quotidiano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4"/>
              </a:rPr>
              <a:t>Fonte: Il Fatto Quotidiano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691640"/>
            <a:ext cx="3538728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ED3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38528"/>
            <a:ext cx="457200" cy="32004"/>
          </a:xfrm>
          <a:prstGeom prst="rect">
            <a:avLst/>
          </a:prstGeom>
          <a:solidFill>
            <a:srgbClr val="AC8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1488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DejaVu Serif"/>
              </a:defRPr>
            </a:pPr>
            <a:r>
              <a:t>K-beauty e rituali coreani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0358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Notizia del 07/10/2026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3520440"/>
            <a:ext cx="3108960" cy="1645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1D18"/>
                </a:solidFill>
                <a:latin typeface="DejaVu Serif"/>
              </a:defRPr>
            </a:pPr>
            <a:r>
              <a:t>La K-beauty conquista anche Roma: rituali coreani, formazione e skincare dal vivo con il debutto di NOW nella Capitale - https://www.lacapitalenews.it/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41324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44E24"/>
                </a:solidFill>
                <a:latin typeface="DejaVu Serif"/>
              </a:defRPr>
            </a:pPr>
            <a:r>
              <a:rPr>
                <a:hlinkClick r:id="rId5"/>
              </a:rPr>
              <a:t>Fonte: https://www.lacapitalenews.it/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Idea per il post: Rituali ispirati alla K-beauty · Obiettivo: salvataggi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Instagram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344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1D18"/>
                </a:solidFill>
                <a:latin typeface="DejaVu Serif"/>
              </a:defRPr>
            </a:pPr>
            <a: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留点时间呵护肌肤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从韩式护肤仪式中汲取灵感，为日常护理留出时间。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深层滋养肌肤，令肌肤更加紧致。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收藏这篇帖子，为下次护肤留点灵感。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Noto Serif CJK SC"/>
              </a:defRPr>
            </a:pPr>
            <a:r>
              <a:t>#IOMAParis #护肤 #护肤仪式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Facebook · Feed 4:5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10835640" cy="429768"/>
          </a:xfrm>
          <a:prstGeom prst="rect">
            <a:avLst/>
          </a:prstGeom>
          <a:solidFill>
            <a:srgbClr val="EF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77F2"/>
                </a:solidFill>
                <a:latin typeface="DejaVu Serif"/>
              </a:defRPr>
            </a:pPr>
            <a:r>
              <a:t>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80744"/>
            <a:ext cx="365760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5F53"/>
                </a:solidFill>
                <a:latin typeface="DejaVu Serif"/>
              </a:defRPr>
            </a:pPr>
            <a:r>
              <a:t>Cerca su 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1472" y="1371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0835640" cy="10972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65376"/>
            <a:ext cx="3584447" cy="44805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99432" y="1920240"/>
            <a:ext cx="10972" cy="4160520"/>
          </a:xfrm>
          <a:prstGeom prst="rect">
            <a:avLst/>
          </a:prstGeom>
          <a:solidFill>
            <a:srgbClr val="EA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566928" cy="2368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0" y="1984248"/>
            <a:ext cx="5458968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1D18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514600"/>
            <a:ext cx="6172200" cy="2880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留点时间呵护肌肤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从韩式护肤仪式中汲取灵感，为日常护理留出时间。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Crème Sublime Revitalisante – Soin anti-âge expert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深层滋养肌肤，令肌肤更加紧致。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1D18"/>
                </a:solidFill>
                <a:latin typeface="Noto Serif CJK SC"/>
              </a:defRPr>
            </a:pPr>
            <a:r>
              <a:t>收藏这篇帖子，为下次护肤留点灵感。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5522976"/>
            <a:ext cx="617220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A5D94"/>
                </a:solidFill>
                <a:latin typeface="Noto Serif CJK SC"/>
              </a:defRPr>
            </a:pPr>
            <a:r>
              <a:t>#IOMAParis #护肤 #护肤仪式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6144768"/>
            <a:ext cx="617220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Mi piace · Commenta · Condividi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Story / Reel · 9:16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60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664208"/>
            <a:ext cx="2414015" cy="42915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0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0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8" name="Rectangle 7"/>
          <p:cNvSpPr/>
          <p:nvPr/>
        </p:nvSpPr>
        <p:spPr>
          <a:xfrm>
            <a:off x="1124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4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61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Invia un messaggio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Instagram · Story/Reel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61872"/>
            <a:ext cx="2743200" cy="5157216"/>
          </a:xfrm>
          <a:prstGeom prst="roundRect">
            <a:avLst>
              <a:gd name="adj" fmla="val 5000"/>
            </a:avLst>
          </a:prstGeom>
          <a:solidFill>
            <a:srgbClr val="18191E"/>
          </a:solidFill>
          <a:ln w="9525">
            <a:solidFill>
              <a:srgbClr val="53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664208"/>
            <a:ext cx="2414015" cy="42915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9432" y="139903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DejaVu Serif"/>
              </a:defRPr>
            </a:pPr>
            <a:r>
              <a:t>9:41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371600"/>
            <a:ext cx="45720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DejaVu Serif"/>
              </a:defRPr>
            </a:pPr>
            <a:r>
              <a:t>•••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53712" y="1664208"/>
            <a:ext cx="2414016" cy="320040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764792"/>
            <a:ext cx="173736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DejaVu Serif"/>
              </a:defRPr>
            </a:pPr>
            <a:r>
              <a:t>IOMA Paris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5513832"/>
            <a:ext cx="2414016" cy="441959"/>
          </a:xfrm>
          <a:prstGeom prst="rect">
            <a:avLst/>
          </a:prstGeom>
          <a:solidFill>
            <a:srgbClr val="1819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90872" y="5623560"/>
            <a:ext cx="1874519" cy="228600"/>
          </a:xfrm>
          <a:prstGeom prst="roundRect">
            <a:avLst>
              <a:gd name="adj" fmla="val 5000"/>
            </a:avLst>
          </a:prstGeom>
          <a:solidFill>
            <a:srgbClr val="3A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5687568"/>
            <a:ext cx="1655064" cy="118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FFFFFF"/>
                </a:solidFill>
                <a:latin typeface="DejaVu Serif"/>
              </a:defRPr>
            </a:pPr>
            <a:r>
              <a:t>Rispondi alla storia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6510528"/>
            <a:ext cx="2834640" cy="2103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61D18"/>
                </a:solidFill>
                <a:latin typeface="DejaVu Serif"/>
              </a:defRPr>
            </a:pPr>
            <a:r>
              <a:t>Facebook · Story/Reel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1600200"/>
            <a:ext cx="3886200" cy="960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261D18"/>
                </a:solidFill>
                <a:latin typeface="Noto Serif CJK SC"/>
              </a:defRPr>
            </a:pPr>
            <a:r>
              <a:t>留点时间呵护肌肤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886200" cy="1143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261D18"/>
                </a:solidFill>
                <a:latin typeface="Noto Serif CJK SC"/>
              </a:defRPr>
            </a:pPr>
            <a:r>
              <a:t>深层滋养肌肤，令肌肤更加紧致。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361688"/>
            <a:ext cx="3886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1D18"/>
                </a:solidFill>
                <a:latin typeface="Noto Serif CJK SC"/>
              </a:defRPr>
            </a:pPr>
            <a:r>
              <a:t>探索护肤仪式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632704"/>
            <a:ext cx="3886200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5F53"/>
                </a:solidFill>
                <a:latin typeface="DejaVu Serif"/>
              </a:defRPr>
            </a:pPr>
            <a:r>
              <a:t>1080×1920 · Immagine completa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1D18"/>
                </a:solidFill>
                <a:latin typeface="DejaVu Serif"/>
              </a:defRPr>
            </a:pPr>
            <a:r>
              <a:t>Banner display · Pagina web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182880"/>
            <a:ext cx="1097280" cy="45850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188720"/>
            <a:ext cx="11064240" cy="5257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07592"/>
            <a:ext cx="10844784" cy="384048"/>
          </a:xfrm>
          <a:prstGeom prst="rect">
            <a:avLst/>
          </a:prstGeom>
          <a:solidFill>
            <a:srgbClr val="EB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A7E86"/>
                </a:solidFill>
                <a:latin typeface="DejaVu Serif"/>
              </a:defRPr>
            </a:pPr>
            <a:r>
              <a:t>● ● 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362456"/>
            <a:ext cx="7790688" cy="2377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408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B5F53"/>
                </a:solidFill>
                <a:latin typeface="DejaVu Serif"/>
              </a:defRPr>
            </a:pPr>
            <a:r>
              <a:t>beauty-journal.example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1D18"/>
                </a:solidFill>
                <a:latin typeface="DejaVu Serif"/>
              </a:defRPr>
            </a:pPr>
            <a:r>
              <a:t>BEAUTY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842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5F53"/>
                </a:solidFill>
                <a:latin typeface="DejaVu Serif"/>
              </a:defRPr>
            </a:pPr>
            <a:r>
              <a:t>Skincare · Tendenze · Rituali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" y="2441448"/>
            <a:ext cx="10332720" cy="10972"/>
          </a:xfrm>
          <a:prstGeom prst="rect">
            <a:avLst/>
          </a:prstGeom>
          <a:solidFill>
            <a:srgbClr val="E6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7480"/>
            <a:ext cx="6812280" cy="6949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1D18"/>
                </a:solidFill>
                <a:latin typeface="DejaVu Serif"/>
              </a:defRPr>
            </a:pPr>
            <a:r>
              <a:t>Rituali ispirati alla K-beauty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21024"/>
            <a:ext cx="6537960" cy="2148840"/>
          </a:xfrm>
          <a:prstGeom prst="roundRect">
            <a:avLst>
              <a:gd name="adj" fmla="val 5000"/>
            </a:avLst>
          </a:prstGeom>
          <a:solidFill>
            <a:srgbClr val="F9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nt-ri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" y="3721608"/>
            <a:ext cx="1298448" cy="19476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0632" y="3886200"/>
            <a:ext cx="4343400" cy="758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1D18"/>
                </a:solidFill>
                <a:latin typeface="DejaVu Serif"/>
              </a:defRPr>
            </a:pPr>
            <a:r>
              <a:t>Un nuovo spazio per il tuo rituale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4818888"/>
            <a:ext cx="4343400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1D18"/>
                </a:solidFill>
                <a:latin typeface="DejaVu Serif"/>
              </a:defRPr>
            </a:pPr>
            <a:r>
              <a:t>Idee beauty, gesti di cura e ispirazioni dalla settimana.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615184"/>
            <a:ext cx="2862072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Pubblicità</a:t>
            </a:r>
          </a:p>
        </p:txBody>
      </p:sp>
      <p:pic>
        <p:nvPicPr>
          <p:cNvPr id="18" name="Picture 17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926080"/>
            <a:ext cx="2857500" cy="2381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071616"/>
            <a:ext cx="9966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5F53"/>
                </a:solidFill>
                <a:latin typeface="DejaVu Serif"/>
              </a:defRPr>
            </a:pPr>
            <a:r>
              <a:t>Beauty &amp; skincare · Magazine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Crème Sublime Revitalisante – Soin anti-âge expert · Campagna IOMA</dc:title>
  <dc:subject>Trend settimanali, Instagram, Facebook, Story/Reel e banner web</dc:subject>
  <dc:creator>IOMA Paris · Beauty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