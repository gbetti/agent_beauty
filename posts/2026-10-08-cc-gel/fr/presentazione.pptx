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"2026-10-08T12:08:18.559052+00:00",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"monat",</a:t>
            </a:r>
          </a:p>
          <a:p>
            <a:r>
              <a:t>      "title": "MONAT Unveils Two Breakthrough Beauty Launches During MONATions World Tour",</a:t>
            </a:r>
          </a:p>
          <a:p>
            <a:r>
              <a:t>      "url": "https://www.globenewswire.com/news-release/2026/10/05/3374951/0/en/monat-unveils-two-breakthrough-beauty-launches-during-monations-world-tour.html",</a:t>
            </a:r>
          </a:p>
          <a:p>
            <a:r>
              <a:t>      "publisher": "MONAT / GlobeNewswire",</a:t>
            </a:r>
          </a:p>
          <a:p>
            <a:r>
              <a:t>      "published_at": "2026-10-05T19:00:00+00:00",</a:t>
            </a:r>
          </a:p>
          <a:p>
            <a:r>
              <a:t>      "kind": "brand_promotion",</a:t>
            </a:r>
          </a:p>
          <a:p>
            <a:r>
              <a:t>      "brand": "MONAT",</a:t>
            </a:r>
          </a:p>
          <a:p>
            <a:r>
              <a:t>      "topics":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"MODERN GLOW",</a:t>
            </a:r>
          </a:p>
          <a:p>
            <a:r>
              <a:t>        "Skin Tint",</a:t>
            </a:r>
          </a:p>
          <a:p>
            <a:r>
              <a:t>        "natural-looking radiance"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"MONAT : lancement de MODERN GLOW Skin Tint annoncé le 5 octobre. Communication de marque sur le teint naturel.",</a:t>
            </a:r>
          </a:p>
          <a:p>
            <a:r>
              <a:t>        "it": "MONAT: lancio di MODERN GLOW Skin Tint annunciato il 5 ottobre. Comunicazione del marchio sul finish naturale."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"MONAT : lancement de MODERN GLOW Skin Tint",</a:t>
            </a:r>
          </a:p>
          <a:p>
            <a:r>
              <a:t>        "it": "MONAT: lancio di MODERN GLOW Skin Tint"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"2026-10-08T12:09:13.216622+00:00",</a:t>
            </a:r>
          </a:p>
          <a:p>
            <a:r>
              <a:t>      "content_sha256": "43a6d80b43b1d124a3ed827a87a99e676f4f213577fbcf1807c6cb9f85995898"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"marieclaire",</a:t>
            </a:r>
          </a:p>
          <a:p>
            <a:r>
              <a:t>      "title": "These September Beauty Launches Are a Bat Signal for Cozy Season",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"MAC / OneSkin",</a:t>
            </a:r>
          </a:p>
          <a:p>
            <a:r>
              <a:t>      "topics": [</a:t>
            </a:r>
          </a:p>
          <a:p>
            <a:r>
              <a:t>        "skin_tint",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"Skin Tint Stick",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"Marie Claire : teint léger et glycérine.",</a:t>
            </a:r>
          </a:p>
          <a:p>
            <a:r>
              <a:t>        "it": "Marie Claire: skin tint e glicerina."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"2026-10-08T12:09:13.216622+00:00",</a:t>
            </a:r>
          </a:p>
          <a:p>
            <a:r>
              <a:t>      "content_sha256": "4a2ad3ddc42832fa3640d97ba0a52c797d99523b8309076ccbccb08c03ed7583"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"2026-10-08T12:09:13.216622+00:00",</a:t>
            </a:r>
          </a:p>
          <a:p>
            <a:r>
              <a:t>      "content_sha256": "6896e55e701236aa2c4171d3ae827ccbca3c9cc09c1ccedf06c3f07544692f89"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"cc-gel",</a:t>
            </a:r>
          </a:p>
          <a:p>
            <a:r>
              <a:t>  "insight": {</a:t>
            </a:r>
          </a:p>
          <a:p>
            <a:r>
              <a:t>    "fr": "Associer couvrance naturelle et hydratation : une lecture du maquillage-soin pour CC Gel.",</a:t>
            </a:r>
          </a:p>
          <a:p>
            <a:r>
              <a:t>    "it": "Unire coprenza naturale e idratazione: una lettura del make-up trattamento per CC Gel."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"CC Gel associe couvrance naturelle et éclat. Pigments encapsulés et glycérine relient sa formule au thème du maquillage-soin, sans lui attribuer les bénéfices de produits concurrents.",</a:t>
            </a:r>
          </a:p>
          <a:p>
            <a:r>
              <a:t>      "audience": "Hypothèse de cible : personnes recherchant un teint lumineux et une couvrance légère.",</a:t>
            </a:r>
          </a:p>
          <a:p>
            <a:r>
              <a:t>      "activation": "Feed : éclat + deux composants. Story : découverte du fini naturel. Reel à tester : 6–10 s, texture puis application. Bannière : découvrir CC Gel.",</a:t>
            </a:r>
          </a:p>
          <a:p>
            <a:r>
              <a:t>      "measurement": "Comparer « éclat naturel » à « soin teinté », à audience et budget identiques. Mesurer clics et visites produit ; activer la vente après réassort."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"CC Gel unisce coprenza naturale e luminosità. Pigmenti incapsulati e glicerina collegano la formula al tema del make-up trattamento, senza attribuirle benefici dei concorrenti.",</a:t>
            </a:r>
          </a:p>
          <a:p>
            <a:r>
              <a:t>      "audience": "Ipotesi di pubblico: persone che cercano un incarnato luminoso e una coprenza leggera.",</a:t>
            </a:r>
          </a:p>
          <a:p>
            <a:r>
              <a:t>      "activation": "Feed: luminosità + due componenti. Story: scoperta del finish naturale. Reel da testare: 6–10 s, texture poi applicazione. Banner: scoperta di CC Gel.",</a:t>
            </a:r>
          </a:p>
          <a:p>
            <a:r>
              <a:t>      "measurement": "Confrontare « luminosità naturale » con « trattamento colorato », a parità di pubblico e budget. Misurare clic e visite; attivare la vendita dopo il riassortimento."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"skincare_heading": {</a:t>
            </a:r>
          </a:p>
          <a:p>
            <a:r>
              <a:t>    "fr": "Soin &amp; teint naturel",</a:t>
            </a:r>
          </a:p>
          <a:p>
            <a:r>
              <a:t>    "it": "Cura &amp; colore naturale"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"Pigments et glycérine vérifiés chez IOMA. Les actualités évoquent le teint léger et l’hydratation ; elles ne prouvent pas la viralité de CC Gel.",</a:t>
            </a:r>
          </a:p>
          <a:p>
            <a:r>
              <a:t>    "it": "Pigmenti e glicerina verificati in IOMA. Le notizie parlano di skin tint e idratazione, senza dimostrare la viralità di CC Gel."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"https://ioma-paris.com/products/cc-gel-soin-teinte-eclat-parfait",</a:t>
            </a:r>
          </a:p>
          <a:p>
            <a:r>
              <a:t>    "reviewed_at": "2026-10-08T12:08:18.559052+00:00",</a:t>
            </a:r>
          </a:p>
          <a:p>
            <a:r>
              <a:t>    "verified_inci": [</a:t>
            </a:r>
          </a:p>
          <a:p>
            <a:r>
              <a:t>      "GLYCERIN",</a:t>
            </a:r>
          </a:p>
          <a:p>
            <a:r>
              <a:t>      "CI 77492 (IRON OXIDES)",</a:t>
            </a:r>
          </a:p>
          <a:p>
            <a:r>
              <a:t>      "CI 77491 (IRON OXIDES)",</a:t>
            </a:r>
          </a:p>
          <a:p>
            <a:r>
              <a:t>      "CI 77499 (IRON OXIDES)"</a:t>
            </a:r>
          </a:p>
          <a:p>
            <a:r>
              <a:t>    ],</a:t>
            </a:r>
          </a:p>
          <a:p>
            <a:r>
              <a:t>    "basis": "Official active-ingredient section and complete INCI read. Encapsulation described by IOMA; pigments and glycerin confirmed in INCI. Local packshot and catalog claim retained. No price, SPF or universal skin-tone suitability claim used.",</a:t>
            </a:r>
          </a:p>
          <a:p>
            <a:r>
              <a:t>    "availability_observed": "out_of_stock",</a:t>
            </a:r>
          </a:p>
          <a:p>
            <a:r>
              <a:t>    "availability_note": "Official page displayed En rupture; discovery creative only, sales activation after restock."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"2026-10-08T12:09:13.216622+00:00",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39,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22,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200,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"juliette has a gun",</a:t>
            </a:r>
          </a:p>
          <a:p>
            <a:r>
              <a:t>            "value": 60,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50,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"908001a7b315cdf6527a57db071c9bd5ae33934c4edd7fccaca65a7074c077ae",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"2026-10-08T12:09:13.216622+00:00",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39,</a:t>
            </a:r>
          </a:p>
          <a:p>
            <a:r>
              <a:t>                    "formattedValue": "39",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33,</a:t>
            </a:r>
          </a:p>
          <a:p>
            <a:r>
              <a:t>                    "formattedValue": "33",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19850,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6100,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"/trends/explore?q=ectoplasma+masaki&amp;date=2026-10-01+2026-10-07&amp;geo=FR"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5000,</a:t>
            </a:r>
          </a:p>
          <a:p>
            <a:r>
              <a:t>                    "formattedValue": "+5 000 %",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4050,</a:t>
            </a:r>
          </a:p>
          <a:p>
            <a:r>
              <a:t>                    "formattedValue": "+4 050 %",</a:t>
            </a:r>
          </a:p>
          <a:p>
            <a:r>
              <a:t>                    "link": "/trends/explore?q=prince+waly&amp;date=2026-10-01+2026-10-07&amp;geo=FR"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3450,</a:t>
            </a:r>
          </a:p>
          <a:p>
            <a:r>
              <a:t>                    "formattedValue": "+3 450 %",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2100,</a:t>
            </a:r>
          </a:p>
          <a:p>
            <a:r>
              <a:t>                    "formattedValue": "+2 100 %",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200,</a:t>
            </a:r>
          </a:p>
          <a:p>
            <a:r>
              <a:t>                    "formattedValue": "+200 %",</a:t>
            </a:r>
          </a:p>
          <a:p>
            <a:r>
              <a:t>                    "link": "/trends/explore?q=mugler&amp;date=2026-10-01+2026-10-07&amp;geo=FR"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"cup menstruelle",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"/trends/explore?q=cup+menstruelle&amp;date=2026-10-01+2026-10-07&amp;geo=FR"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"/trends/explore?q=juliette+has+a+gun&amp;date=2026-10-01+2026-10-07&amp;geo=FR"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"2026-10-08T12:09:13.216622+00:00",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85,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37,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29,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"zara saffron &amp; orange flowers edp 100ml",</a:t>
            </a:r>
          </a:p>
          <a:p>
            <a:r>
              <a:t>            "value": 4650,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1850,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"cosmesi decorativa",</a:t>
            </a:r>
          </a:p>
          <a:p>
            <a:r>
              <a:t>            "value": 250,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"d9d6fa254f41810b00c14a6a36297367cb580c3e5f4e2685bdecd5649d453b32",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"2026-10-08T12:09:13.216622+00:00",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85,</a:t>
            </a:r>
          </a:p>
          <a:p>
            <a:r>
              <a:t>                    "formattedValue": "85",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29,</a:t>
            </a:r>
          </a:p>
          <a:p>
            <a:r>
              <a:t>                    "formattedValue": "29",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"rhode",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"/trends/explore?q=rhode&amp;date=2026-10-01+2026-10-07&amp;geo=IT"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44400,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4700,</a:t>
            </a:r>
          </a:p>
          <a:p>
            <a:r>
              <a:t>                    "formattedValue": "+4.700%",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"zara saffron &amp; orange flowers edp 100ml",</a:t>
            </a:r>
          </a:p>
          <a:p>
            <a:r>
              <a:t>                    "value": 4650,</a:t>
            </a:r>
          </a:p>
          <a:p>
            <a:r>
              <a:t>                    "formattedValue": "+4.650%",</a:t>
            </a:r>
          </a:p>
          <a:p>
            <a:r>
              <a:t>                    "link": "/trends/explore?q=zara+saffron+%26+orange+flowers+edp+100ml&amp;date=2026-10-01+2026-10-07&amp;geo=IT"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"macchina del fango",</a:t>
            </a:r>
          </a:p>
          <a:p>
            <a:r>
              <a:t>                    "value": 3750,</a:t>
            </a:r>
          </a:p>
          <a:p>
            <a:r>
              <a:t>                    "formattedValue": "+3.750%",</a:t>
            </a:r>
          </a:p>
          <a:p>
            <a:r>
              <a:t>                    "link": "/trends/explore?q=macchina+del+fango&amp;date=2026-10-01+2026-10-07&amp;geo=IT"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1850,</a:t>
            </a:r>
          </a:p>
          <a:p>
            <a:r>
              <a:t>                    "formattedValue": "+1.850%",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650,</a:t>
            </a:r>
          </a:p>
          <a:p>
            <a:r>
              <a:t>                    "formattedValue": "+650%",</a:t>
            </a:r>
          </a:p>
          <a:p>
            <a:r>
              <a:t>                    "link": "/trends/explore?q=thierry+mugler&amp;date=2026-10-01+2026-10-07&amp;geo=IT"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"italia francia",</a:t>
            </a:r>
          </a:p>
          <a:p>
            <a:r>
              <a:t>                    "value": 450,</a:t>
            </a:r>
          </a:p>
          <a:p>
            <a:r>
              <a:t>                    "formattedValue": "+450%",</a:t>
            </a:r>
          </a:p>
          <a:p>
            <a:r>
              <a:t>                    "link": "/trends/explore?q=italia+francia&amp;date=2026-10-01+2026-10-07&amp;geo=IT"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"fusion crema",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"/trends/explore?q=fusion+crema&amp;date=2026-10-01+2026-10-07&amp;geo=IT"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"cosmesi decorativa",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"/trends/explore?q=cosmesi+decorativa&amp;date=2026-10-01+2026-10-07&amp;geo=IT"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120,</a:t>
            </a:r>
          </a:p>
          <a:p>
            <a:r>
              <a:t>                    "formattedValue": "+120%",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"smalto per unghie",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"/trends/explore?q=smalto+per+unghie&amp;date=2026-10-01+2026-10-07&amp;geo=IT"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"luce pulsata braun",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"/trends/explore?q=luce+pulsata+braun&amp;date=2026-10-01+2026-10-07&amp;geo=IT"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"calendula",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"/trends/explore?q=calendula&amp;date=2026-10-01+2026-10-07&amp;geo=IT"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"yahoo mail",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"/trends/explore?q=yahoo+mail&amp;date=2026-10-01+2026-10-07&amp;geo=IT"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"/trends/explore?q=meteo+di+domani&amp;date=2026-10-01+2026-10-07&amp;geo=IT"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"pigments",</a:t>
            </a:r>
          </a:p>
          <a:p>
            <a:r>
              <a:t>      "label": {</a:t>
            </a:r>
          </a:p>
          <a:p>
            <a:r>
              <a:t>        "fr": "Pigments\nencapsulés",</a:t>
            </a:r>
          </a:p>
          <a:p>
            <a:r>
              <a:t>        "it": "Pigmenti\nincapsulati"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"Pigments",</a:t>
            </a:r>
          </a:p>
          <a:p>
            <a:r>
              <a:t>        "it": "Pigmenti"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"CI 77492 (IRON OXIDES)",</a:t>
            </a:r>
          </a:p>
          <a:p>
            <a:r>
              <a:t>        "CI 77491 (IRON OXIDES)",</a:t>
            </a:r>
          </a:p>
          <a:p>
            <a:r>
              <a:t>        "CI 77499 (IRON OXIDES)"</a:t>
            </a:r>
          </a:p>
          <a:p>
            <a:r>
              <a:t>      ],</a:t>
            </a:r>
          </a:p>
          <a:p>
            <a:r>
              <a:t>      "evidence_topics":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"Teint unifié",</a:t>
            </a:r>
          </a:p>
          <a:p>
            <a:r>
              <a:t>        "it": "Incarnato uniforme"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"monat",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"2026-10-08T12:09:13.216622+00:00"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"2026-10-08T12:09:13.216622+00:00"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teint lumineux, une couvrance naturelle.\n\nCC Gel accompagne votre routine avec un fini naturel et lumineux.\n\nDécouvrez CC Gel sur ioma-paris.com.\n\n#IOMAParis #CCGel #Éclat",</a:t>
            </a:r>
          </a:p>
          <a:p>
            <a:r>
              <a:t>  "strategy": {</a:t>
            </a:r>
          </a:p>
          <a:p>
            <a:r>
              <a:t>    "positioning": "CC Gel associe couvrance naturelle et éclat. Pigments encapsulés et glycérine relient sa formule au thème du maquillage-soin, sans lui attribuer les bénéfices de produits concurrents.",</a:t>
            </a:r>
          </a:p>
          <a:p>
            <a:r>
              <a:t>    "audience": "Hypothèse de cible : personnes recherchant un teint lumineux et une couvrance légère.",</a:t>
            </a:r>
          </a:p>
          <a:p>
            <a:r>
              <a:t>    "activation": "Feed : éclat + deux composants. Story : découverte du fini naturel. Reel à tester : 6–10 s, texture puis application. Bannière : découvrir CC Gel.",</a:t>
            </a:r>
          </a:p>
          <a:p>
            <a:r>
              <a:t>    "measurement": "Comparer « éclat naturel » à « soin teinté », à audience et budget identiques. Mesurer clics et visites produit ; activer la vente après réassort."</a:t>
            </a:r>
          </a:p>
          <a:p>
            <a:r>
              <a:t>  },</a:t>
            </a:r>
          </a:p>
          <a:p>
            <a:r>
              <a:t>  "source": "https://ioma-paris.com/products/cc-gel-soin-teinte-eclat-parfait"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"2026-10-08T12:09:13.216622+00:00",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"parfum",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39,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"ongle",</a:t>
            </a:r>
          </a:p>
          <a:p>
            <a:r>
              <a:t>        "value": 22,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"nocibe",</a:t>
            </a:r>
          </a:p>
          <a:p>
            <a:r>
              <a:t>        "value": 20,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"ongles",</a:t>
            </a:r>
          </a:p>
          <a:p>
            <a:r>
              <a:t>        "value": 17,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"mugler",</a:t>
            </a:r>
          </a:p>
          <a:p>
            <a:r>
              <a:t>        "value": 200,</a:t>
            </a:r>
          </a:p>
          <a:p>
            <a:r>
              <a:t>        "source_rank": 8,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"juliette has a gun",</a:t>
            </a:r>
          </a:p>
          <a:p>
            <a:r>
              <a:t>        "value": 60,</a:t>
            </a:r>
          </a:p>
          <a:p>
            <a:r>
              <a:t>        "source_rank": 10,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"divain parfum",</a:t>
            </a:r>
          </a:p>
          <a:p>
            <a:r>
              <a:t>        "value": 50,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"Contexte beauté général ; ces données ne mesurent pas la demande propre à CC Gel ni sa popularité.",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"908001a7b315cdf6527a57db071c9bd5ae33934c4edd7fccaca65a7074c077ae",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"2026-10-08T12:09:13.216622+00:00",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39,</a:t>
            </a:r>
          </a:p>
          <a:p>
            <a:r>
              <a:t>                "formattedValue": "39",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"homme",</a:t>
            </a:r>
          </a:p>
          <a:p>
            <a:r>
              <a:t>                "value": 33,</a:t>
            </a:r>
          </a:p>
          <a:p>
            <a:r>
              <a:t>                "formattedValue": "33",</a:t>
            </a:r>
          </a:p>
          <a:p>
            <a:r>
              <a:t>                "hasData": true,</a:t>
            </a:r>
          </a:p>
          <a:p>
            <a:r>
              <a:t>                "link": "/trends/explore?q=homme&amp;date=2026-10-01+2026-10-07&amp;geo=FR"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20,</a:t>
            </a:r>
          </a:p>
          <a:p>
            <a:r>
              <a:t>                "formattedValue": "20",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"pied",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"/trends/explore?q=pied&amp;date=2026-10-01+2026-10-07&amp;geo=FR"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"ongles",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"/trends/explore?q=ongles&amp;date=2026-10-01+2026-10-07&amp;geo=FR"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14,</a:t>
            </a:r>
          </a:p>
          <a:p>
            <a:r>
              <a:t>                "formattedValue": "14",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"garnier",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"/trends/explore?q=garnier&amp;date=2026-10-01+2026-10-07&amp;geo=FR"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"pemphigus paranéoplasique",</a:t>
            </a:r>
          </a:p>
          <a:p>
            <a:r>
              <a:t>                "value": 19850,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"/trends/explore?q=pemphigus+paran%C3%A9oplasique&amp;date=2026-10-01+2026-10-07&amp;geo=FR"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"ectoplasma masaki",</a:t>
            </a:r>
          </a:p>
          <a:p>
            <a:r>
              <a:t>                "value": 6100,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"/trends/explore?q=ectoplasma+masaki&amp;date=2026-10-01+2026-10-07&amp;geo=FR"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5000,</a:t>
            </a:r>
          </a:p>
          <a:p>
            <a:r>
              <a:t>                "formattedValue": "+5 000 %",</a:t>
            </a:r>
          </a:p>
          <a:p>
            <a:r>
              <a:t>                "link": "/trends/explore?q=jeremy+gilbert&amp;date=2026-10-01+2026-10-07&amp;geo=FR"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"prince waly",</a:t>
            </a:r>
          </a:p>
          <a:p>
            <a:r>
              <a:t>                "value": 4050,</a:t>
            </a:r>
          </a:p>
          <a:p>
            <a:r>
              <a:t>                "formattedValue": "+4 050 %",</a:t>
            </a:r>
          </a:p>
          <a:p>
            <a:r>
              <a:t>                "link": "/trends/explore?q=prince+waly&amp;date=2026-10-01+2026-10-07&amp;geo=FR"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"la-roche-sur-yon.com",</a:t>
            </a:r>
          </a:p>
          <a:p>
            <a:r>
              <a:t>                "value": 3450,</a:t>
            </a:r>
          </a:p>
          <a:p>
            <a:r>
              <a:t>                "formattedValue": "+3 450 %",</a:t>
            </a:r>
          </a:p>
          <a:p>
            <a:r>
              <a:t>                "link": "/trends/explore?q=la-roche-sur-yon.com&amp;date=2026-10-01+2026-10-07&amp;geo=FR"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"poisson chauve souris à lèvres rouges",</a:t>
            </a:r>
          </a:p>
          <a:p>
            <a:r>
              <a:t>                "value": 2100,</a:t>
            </a:r>
          </a:p>
          <a:p>
            <a:r>
              <a:t>                "formattedValue": "+2 100 %",</a:t>
            </a:r>
          </a:p>
          <a:p>
            <a:r>
              <a:t>                "link": "/trends/explore?q=poisson+chauve+souris+%C3%A0+l%C3%A8vres+rouges&amp;date=2026-10-01+2026-10-07&amp;geo=FR"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800,</a:t>
            </a:r>
          </a:p>
          <a:p>
            <a:r>
              <a:t>                "formattedValue": "+800 %",</a:t>
            </a:r>
          </a:p>
          <a:p>
            <a:r>
              <a:t>                "link": "/trends/explore?q=thierry+mugler&amp;date=2026-10-01+2026-10-07&amp;geo=FR"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"mugler",</a:t>
            </a:r>
          </a:p>
          <a:p>
            <a:r>
              <a:t>                "value": 200,</a:t>
            </a:r>
          </a:p>
          <a:p>
            <a:r>
              <a:t>                "formattedValue": "+200 %",</a:t>
            </a:r>
          </a:p>
          <a:p>
            <a:r>
              <a:t>                "link": "/trends/explore?q=mugler&amp;date=2026-10-01+2026-10-07&amp;geo=FR"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"cup menstruelle",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"/trends/explore?q=cup+menstruelle&amp;date=2026-10-01+2026-10-07&amp;geo=FR"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"juliette has a gun",</a:t>
            </a:r>
          </a:p>
          <a:p>
            <a:r>
              <a:t>                "value": 60,</a:t>
            </a:r>
          </a:p>
          <a:p>
            <a:r>
              <a:t>                "formattedValue": "+60 %",</a:t>
            </a:r>
          </a:p>
          <a:p>
            <a:r>
              <a:t>                "link": "/trends/explore?q=juliette+has+a+gun&amp;date=2026-10-01+2026-10-07&amp;geo=FR"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"divain parfum",</a:t>
            </a:r>
          </a:p>
          <a:p>
            <a:r>
              <a:t>                "value": 50,</a:t>
            </a:r>
          </a:p>
          <a:p>
            <a:r>
              <a:t>                "formattedValue": "+50 %",</a:t>
            </a:r>
          </a:p>
          <a:p>
            <a:r>
              <a:t>                "link": "/trends/explore?q=divain+parfum&amp;date=2026-10-01+2026-10-07&amp;geo=FR"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"monat",</a:t>
            </a:r>
          </a:p>
          <a:p>
            <a:r>
              <a:t>    "title": "MONAT Unveils Two Breakthrough Beauty Launches During MONATions World Tour",</a:t>
            </a:r>
          </a:p>
          <a:p>
            <a:r>
              <a:t>    "url": "https://www.globenewswire.com/news-release/2026/10/05/3374951/0/en/monat-unveils-two-breakthrough-beauty-launches-during-monations-world-tour.html",</a:t>
            </a:r>
          </a:p>
          <a:p>
            <a:r>
              <a:t>    "publisher": "MONAT / GlobeNewswire",</a:t>
            </a:r>
          </a:p>
          <a:p>
            <a:r>
              <a:t>    "published_at": "2026-10-05T19:00:00+00:00",</a:t>
            </a:r>
          </a:p>
          <a:p>
            <a:r>
              <a:t>    "kind": "brand_promotion",</a:t>
            </a:r>
          </a:p>
          <a:p>
            <a:r>
              <a:t>    "brand": "MONAT",</a:t>
            </a:r>
          </a:p>
          <a:p>
            <a:r>
              <a:t>    "topics": [</a:t>
            </a:r>
          </a:p>
          <a:p>
            <a:r>
              <a:t>      "skin_tint"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"MODERN GLOW",</a:t>
            </a:r>
          </a:p>
          <a:p>
            <a:r>
              <a:t>      "Skin Tint",</a:t>
            </a:r>
          </a:p>
          <a:p>
            <a:r>
              <a:t>      "natural-looking radiance"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"MONAT : lancement de MODERN GLOW Skin Tint annoncé le 5 octobre. Communication de marque sur le teint naturel.",</a:t>
            </a:r>
          </a:p>
          <a:p>
            <a:r>
              <a:t>      "it": "MONAT: lancio di MODERN GLOW Skin Tint annunciato il 5 ottobre. Comunicazione del marchio sul finish naturale."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"MONAT : lancement de MODERN GLOW Skin Tint",</a:t>
            </a:r>
          </a:p>
          <a:p>
            <a:r>
              <a:t>      "it": "MONAT: lancio di MODERN GLOW Skin Tint"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"2026-10-08T12:09:13.216622+00:00",</a:t>
            </a:r>
          </a:p>
          <a:p>
            <a:r>
              <a:t>    "content_sha256": "43a6d80b43b1d124a3ed827a87a99e676f4f213577fbcf1807c6cb9f85995898"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"marieclaire",</a:t>
            </a:r>
          </a:p>
          <a:p>
            <a:r>
              <a:t>    "title": "These September Beauty Launches Are a Bat Signal for Cozy Season",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"MAC / OneSkin",</a:t>
            </a:r>
          </a:p>
          <a:p>
            <a:r>
              <a:t>    "topics": [</a:t>
            </a:r>
          </a:p>
          <a:p>
            <a:r>
              <a:t>      "skin_tint",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"Skin Tint Stick",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"Marie Claire : teint léger et glycérine.",</a:t>
            </a:r>
          </a:p>
          <a:p>
            <a:r>
              <a:t>      "it": "Marie Claire: skin tint e glicerina."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"2026-10-08T12:09:13.216622+00:00",</a:t>
            </a:r>
          </a:p>
          <a:p>
            <a:r>
              <a:t>    "content_sha256": "4a2ad3ddc42832fa3640d97ba0a52c797d99523b8309076ccbccb08c03ed7583"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"2026-10-08T12:09:13.216622+00:00",</a:t>
            </a:r>
          </a:p>
          <a:p>
            <a:r>
              <a:t>    "content_sha256": "6896e55e701236aa2c4171d3ae827ccbca3c9cc09c1ccedf06c3f07544692f89"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c-gel-soin-teinte-eclat-parfait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Soin &amp; teint naturel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Associer couvrance naturelle et hydratation : une lecture du maquillage-soin pour CC Gel.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Marie Claire : teint léger et glycérine.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Pigments encapsulés + Glycérine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Pigments et glycérine vérifiés chez IOMA. Les actualités évoquent le teint léger et l’hydratation ; elles ne prouvent pas la viralité de CC Gel.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MONAT : lancement de MODERN GLOW Skin Tint annoncé le 5 octobre. Communication de marque sur le teint naturel.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annoncée active sept.–nov., Reels courts et découverte produit. Article du 24 septembre.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MONAT / GlobeNewswire · 05/10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CC 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CC Gel associe couvrance naturelle et éclat. Pigments encapsulés et glycérine relient sa formule au thème du maquillage-soin, sans lui attribuer les bénéfices de produits concurrents.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un teint lumineux et une couvrance légère.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 : éclat + deux composants. Story : découverte du fini naturel. Reel à tester : 6–10 s, texture puis application. Bannière : découvrir CC Gel.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Comparer « éclat naturel » à « soin teinté », à audience et budget identiques. Mesurer clics et visites produit ; activer la vente après réassort.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parfum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nocibe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mugler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+200 %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juliette has a gun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divain parfum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+50 %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Contexte beauté général ; ces données ne mesurent pas la demande propre à CC Gel ni sa popularité.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ARTICLE ÉDITORIAL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Nouveautés beauté de septembre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l’article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MONAT / GlobeNewswire  ·  05.10.2026  ·  COMMUNIQUÉ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MONAT : lancement de MODERN GLOW Skin Tint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Lire le communiqué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