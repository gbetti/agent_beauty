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"2026-10-08T10:55:19.847256+00:00",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"cosrx",</a:t>
            </a:r>
          </a:p>
          <a:p>
            <a:r>
              <a:t>      "title": "COSRX Sets the Fall Skincare Agenda for Amazon Prime Big Deal Days",</a:t>
            </a:r>
          </a:p>
          <a:p>
            <a:r>
              <a:t>      "url": "https://www.prnewsthailand.com/prnewswire/en/view/72075",</a:t>
            </a:r>
          </a:p>
          <a:p>
            <a:r>
              <a:t>      "publisher": "COSRX / PR Newswire",</a:t>
            </a:r>
          </a:p>
          <a:p>
            <a:r>
              <a:t>      "published_at": "2026-10-02T00:00:00+00:00",</a:t>
            </a:r>
          </a:p>
          <a:p>
            <a:r>
              <a:t>      "kind": "brand_promotion",</a:t>
            </a:r>
          </a:p>
          <a:p>
            <a:r>
              <a:t>      "brand": "COSRX",</a:t>
            </a:r>
          </a:p>
          <a:p>
            <a:r>
              <a:t>      "event_start": "2026-10-06",</a:t>
            </a:r>
          </a:p>
          <a:p>
            <a:r>
              <a:t>      "event_end": "2026-10-07",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"ceramides",</a:t>
            </a:r>
          </a:p>
          <a:p>
            <a:r>
              <a:t>        "barrier"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"Peptide",</a:t>
            </a:r>
          </a:p>
          <a:p>
            <a:r>
              <a:t>        "Ceramide",</a:t>
            </a:r>
          </a:p>
          <a:p>
            <a:r>
              <a:t>        "October 6"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"COSRX : offre des 6–7 octobre centrée sur peptides et soin de la barrière. Promotion terminée.",</a:t>
            </a:r>
          </a:p>
          <a:p>
            <a:r>
              <a:t>        "it": "COSRX: promozione del 6–7 ottobre su peptidi e cura della barriera. Offerta conclusa."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"COSRX : offre Prime Big Deal Days",</a:t>
            </a:r>
          </a:p>
          <a:p>
            <a:r>
              <a:t>        "it": "COSRX: offerta Prime Big Deal Days"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"2026-10-08T10:57:27.859432+00:00",</a:t>
            </a:r>
          </a:p>
          <a:p>
            <a:r>
              <a:t>      "content_sha256": "6e733805d00c43647d558c2243fac92a3276abd73e1b22de4785eb7e7bc63a13"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"byoma",</a:t>
            </a:r>
          </a:p>
          <a:p>
            <a:r>
              <a:t>      "title": "The 21 Best September Beauty Launches",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"BYOMA",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"ceramides",</a:t>
            </a:r>
          </a:p>
          <a:p>
            <a:r>
              <a:t>        "eye_care"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"Byoma",</a:t>
            </a:r>
          </a:p>
          <a:p>
            <a:r>
              <a:t>        "tri-ceramide",</a:t>
            </a:r>
          </a:p>
          <a:p>
            <a:r>
              <a:t>        "Neuraé",</a:t>
            </a:r>
          </a:p>
          <a:p>
            <a:r>
              <a:t>        "Eye Contour"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"Marie Claire : peptides et soin des yeux.",</a:t>
            </a:r>
          </a:p>
          <a:p>
            <a:r>
              <a:t>        "it": "Marie Claire: peptidi e contorno occhi."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"Nouveautés beauté de septembre",</a:t>
            </a:r>
          </a:p>
          <a:p>
            <a:r>
              <a:t>        "it": "Novità beauty di settembre"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"2026-10-08T10:57:27.859432+00:00",</a:t>
            </a:r>
          </a:p>
          <a:p>
            <a:r>
              <a:t>      "content_sha256": "a44b15546928b878c33a4a88cbefa922f57236b512ea18d7e0350576295b64dd"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HK ditches the hard sell to win over Gen Z",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"2026-10-08T10:57:27.859432+00:00",</a:t>
            </a:r>
          </a:p>
          <a:p>
            <a:r>
              <a:t>      "content_sha256": "47bc1f84d6cd175e395e6d21def3f112bffad07869d937db5b72ec06aab9abb7"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"creme-genereuse-contour-des-yeux",</a:t>
            </a:r>
          </a:p>
          <a:p>
            <a:r>
              <a:t>  "insight": {</a:t>
            </a:r>
          </a:p>
          <a:p>
            <a:r>
              <a:t>    "fr": "Relier le sujet des peptides à un soin ciblé sur les rides du contour des yeux.",</a:t>
            </a:r>
          </a:p>
          <a:p>
            <a:r>
              <a:t>    "it": "Collegare il tema dei peptidi a un trattamento mirato alle rughe del contorno occhi."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"Ce soin lisse les rides du contour des yeux. SYN-AKE™ et ARGIRELINE : deux peptides de sa formule. Un lien avec le thème des peptides observé cette semaine.",</a:t>
            </a:r>
          </a:p>
          <a:p>
            <a:r>
              <a:t>      "audience": "Hypothèse de cible : personnes recherchant un soin ciblé pour les ridules du contour des yeux.",</a:t>
            </a:r>
          </a:p>
          <a:p>
            <a:r>
              <a:t>      "activation": "Feed : bénéfice + deux peptides. Story : inviter à découvrir le soin dans la légende. Reel à tester : 6–10 s, texture puis produit. Bannière : découverte du soin.",</a:t>
            </a:r>
          </a:p>
          <a:p>
            <a:r>
              <a:t>      "measurement": "Comparer un message sur les ridules à un message sur les peptides, à audience et budget identiques. Mesurer le taux de clic et les visites produit."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"Il trattamento leviga rughe e linee sottili. SYN-AKE™ e ARGIRELINE: due peptidi della formula, collegati al tema dei peptidi nelle notizie della settimana.",</a:t>
            </a:r>
          </a:p>
          <a:p>
            <a:r>
              <a:t>      "audience": "Ipotesi di pubblico: persone che cercano un trattamento mirato per le linee sottili del contorno occhi.",</a:t>
            </a:r>
          </a:p>
          <a:p>
            <a:r>
              <a:t>      "activation": "Feed: beneficio + due peptidi. Story: invito a scoprire il trattamento nella caption. Reel da testare: 6–10 s, texture poi prodotto. Banner: scoperta del trattamento.",</a:t>
            </a:r>
          </a:p>
          <a:p>
            <a:r>
              <a:t>      "measurement": "Confrontare un messaggio sulle linee sottili con uno sui peptidi, a parità di pubblico e budget. Misurare tasso di clic e visite alla scheda prodotto."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"parfum",</a:t>
            </a:r>
          </a:p>
          <a:p>
            <a:r>
              <a:t>          "sephora",</a:t>
            </a:r>
          </a:p>
          <a:p>
            <a:r>
              <a:t>          "ongle",</a:t>
            </a:r>
          </a:p>
          <a:p>
            <a:r>
              <a:t>          "nocibe",</a:t>
            </a:r>
          </a:p>
          <a:p>
            <a:r>
              <a:t>          "ongles",</a:t>
            </a:r>
          </a:p>
          <a:p>
            <a:r>
              <a:t>          "yves rocher",</a:t>
            </a:r>
          </a:p>
          <a:p>
            <a:r>
              <a:t>          "maquillage",</a:t>
            </a:r>
          </a:p>
          <a:p>
            <a:r>
              <a:t>          "dior",</a:t>
            </a:r>
          </a:p>
          <a:p>
            <a:r>
              <a:t>          "parfum homme",</a:t>
            </a:r>
          </a:p>
          <a:p>
            <a:r>
              <a:t>          "parfum femme",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"nyx",</a:t>
            </a:r>
          </a:p>
          <a:p>
            <a:r>
              <a:t>          "nocibé",</a:t>
            </a:r>
          </a:p>
          <a:p>
            <a:r>
              <a:t>          "avene",</a:t>
            </a:r>
          </a:p>
          <a:p>
            <a:r>
              <a:t>          "garnier",</a:t>
            </a:r>
          </a:p>
          <a:p>
            <a:r>
              <a:t>          "loreal",</a:t>
            </a:r>
          </a:p>
          <a:p>
            <a:r>
              <a:t>          "marionnaud"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"mugler",</a:t>
            </a:r>
          </a:p>
          <a:p>
            <a:r>
              <a:t>          "juliette has a gun",</a:t>
            </a:r>
          </a:p>
          <a:p>
            <a:r>
              <a:t>          "divain parfum",</a:t>
            </a:r>
          </a:p>
          <a:p>
            <a:r>
              <a:t>          "loreal friends and family",</a:t>
            </a:r>
          </a:p>
          <a:p>
            <a:r>
              <a:t>          "stick teint lancome"</a:t>
            </a:r>
          </a:p>
          <a:p>
            <a:r>
              <a:t>        ],</a:t>
            </a:r>
          </a:p>
          <a:p>
            <a:r>
              <a:t>        "interpretation": "Contexte beauté général ; ces données ne démontrent pas une hausse des recherches sur les soins des yeux."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"profumo",</a:t>
            </a:r>
          </a:p>
          <a:p>
            <a:r>
              <a:t>          "crema",</a:t>
            </a:r>
          </a:p>
          <a:p>
            <a:r>
              <a:t>          "unghie",</a:t>
            </a:r>
          </a:p>
          <a:p>
            <a:r>
              <a:t>          "profumi",</a:t>
            </a:r>
          </a:p>
          <a:p>
            <a:r>
              <a:t>          "sephora",</a:t>
            </a:r>
          </a:p>
          <a:p>
            <a:r>
              <a:t>          "fondotinta",</a:t>
            </a:r>
          </a:p>
          <a:p>
            <a:r>
              <a:t>          "profumo uomo",</a:t>
            </a:r>
          </a:p>
          <a:p>
            <a:r>
              <a:t>          "profumo donna",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"la roche posay",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"blush",</a:t>
            </a:r>
          </a:p>
          <a:p>
            <a:r>
              <a:t>          "fragrantica",</a:t>
            </a:r>
          </a:p>
          <a:p>
            <a:r>
              <a:t>          "guerlain",</a:t>
            </a:r>
          </a:p>
          <a:p>
            <a:r>
              <a:t>          "kiko",</a:t>
            </a:r>
          </a:p>
          <a:p>
            <a:r>
              <a:t>          "caudalie",</a:t>
            </a:r>
          </a:p>
          <a:p>
            <a:r>
              <a:t>          "rhode",</a:t>
            </a:r>
          </a:p>
          <a:p>
            <a:r>
              <a:t>          "skincare",</a:t>
            </a:r>
          </a:p>
          <a:p>
            <a:r>
              <a:t>          "garnier",</a:t>
            </a:r>
          </a:p>
          <a:p>
            <a:r>
              <a:t>          "yodeyma",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"zara saffron &amp; orange flowers edp 100ml",</a:t>
            </a:r>
          </a:p>
          <a:p>
            <a:r>
              <a:t>          "nivea labbra",</a:t>
            </a:r>
          </a:p>
          <a:p>
            <a:r>
              <a:t>          "cosmesi decorativa",</a:t>
            </a:r>
          </a:p>
          <a:p>
            <a:r>
              <a:t>          "cicaplast baume b5 la roche posay",</a:t>
            </a:r>
          </a:p>
          <a:p>
            <a:r>
              <a:t>          "medicube zero pore",</a:t>
            </a:r>
          </a:p>
          <a:p>
            <a:r>
              <a:t>          "medicube",</a:t>
            </a:r>
          </a:p>
          <a:p>
            <a:r>
              <a:t>          "smalto per unghie",</a:t>
            </a:r>
          </a:p>
          <a:p>
            <a:r>
              <a:t>          "braun luce pulsata"</a:t>
            </a:r>
          </a:p>
          <a:p>
            <a:r>
              <a:t>        ],</a:t>
            </a:r>
          </a:p>
          <a:p>
            <a:r>
              <a:t>        "interpretation": "Contesto beauty generale: questi dati non dimostrano una crescita delle ricerche sui contorno occhi."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"skincare_heading": {</a:t>
            </a:r>
          </a:p>
          <a:p>
            <a:r>
              <a:t>    "fr": "Peptides &amp; regard",</a:t>
            </a:r>
          </a:p>
          <a:p>
            <a:r>
              <a:t>    "it": "Peptidi &amp; sguardo"</a:t>
            </a:r>
          </a:p>
          <a:p>
            <a:r>
              <a:t>  },</a:t>
            </a:r>
          </a:p>
          <a:p>
            <a:r>
              <a:t>  "ingredient_rationale": {</a:t>
            </a:r>
          </a:p>
          <a:p>
            <a:r>
              <a:t>    "fr": "Deux peptides vérifiés dans la formule IOMA. Les sources parlent de cette famille, pas de ces actifs précis. Priorité éditoriale, pas dosage.",</a:t>
            </a:r>
          </a:p>
          <a:p>
            <a:r>
              <a:t>    "it": "Due peptidi verificati nella formula IOMA. Le fonti parlano della famiglia, non di questi attivi specifici. Priorità editoriale, non dosaggio."</a:t>
            </a:r>
          </a:p>
          <a:p>
            <a:r>
              <a:t>  },</a:t>
            </a:r>
          </a:p>
          <a:p>
            <a:r>
              <a:t>  "product_review": {</a:t>
            </a:r>
          </a:p>
          <a:p>
            <a:r>
              <a:t>    "source": "https://ioma-paris.com/products/creme-genereuse-contour-des-yeux",</a:t>
            </a:r>
          </a:p>
          <a:p>
            <a:r>
              <a:t>    "reviewed_at": "2026-10-08T10:55:19.847256+00:00",</a:t>
            </a:r>
          </a:p>
          <a:p>
            <a:r>
              <a:t>    "verified_inci": [</a:t>
            </a:r>
          </a:p>
          <a:p>
            <a:r>
              <a:t>      "DIPEPTIDE DIAMINOBUTYROYL BENZYLAMIDE DIACETATE",</a:t>
            </a:r>
          </a:p>
          <a:p>
            <a:r>
              <a:t>      "ACETYL HEXAPEPTIDE-8"</a:t>
            </a:r>
          </a:p>
          <a:p>
            <a:r>
              <a:t>    ],</a:t>
            </a:r>
          </a:p>
          <a:p>
            <a:r>
              <a:t>    "brand_names": [</a:t>
            </a:r>
          </a:p>
          <a:p>
            <a:r>
              <a:t>      "SYN-AKE™",</a:t>
            </a:r>
          </a:p>
          <a:p>
            <a:r>
              <a:t>      "ARGIRELINE"</a:t>
            </a:r>
          </a:p>
          <a:p>
            <a:r>
              <a:t>    ],</a:t>
            </a:r>
          </a:p>
          <a:p>
            <a:r>
              <a:t>    "basis": "Official active-ingredient section and full INCI read; catalog smoothing claim confirmed. No price used. Weekly peptide coverage is family-level evidence, not evidence that these trademarked actives are trending."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"2026-10-08T10:57:27.859432+00:00",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"parfum",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42,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"ongle",</a:t>
            </a:r>
          </a:p>
          <a:p>
            <a:r>
              <a:t>            "value": 23,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"nocibe",</a:t>
            </a:r>
          </a:p>
          <a:p>
            <a:r>
              <a:t>            "value": 20,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"ongles",</a:t>
            </a:r>
          </a:p>
          <a:p>
            <a:r>
              <a:t>            "value": 18,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"mugler",</a:t>
            </a:r>
          </a:p>
          <a:p>
            <a:r>
              <a:t>            "value": 200,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"juliette has a gun",</a:t>
            </a:r>
          </a:p>
          <a:p>
            <a:r>
              <a:t>            "value": 60,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"divain parfum",</a:t>
            </a:r>
          </a:p>
          <a:p>
            <a:r>
              <a:t>            "value": 40,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"Contexte beauté général ; ces données ne démontrent pas une hausse des recherches sur les soins des yeux.",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"6c92157cbf7ef29258f0b9cb681b73edcdba1adee9330ee921794aa32109ebb7",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"2026-10-08T10:57:27.859432+00:00",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42,</a:t>
            </a:r>
          </a:p>
          <a:p>
            <a:r>
              <a:t>                    "formattedValue": "42",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"homme",</a:t>
            </a:r>
          </a:p>
          <a:p>
            <a:r>
              <a:t>                    "value": 35,</a:t>
            </a:r>
          </a:p>
          <a:p>
            <a:r>
              <a:t>                    "formattedValue": "35",</a:t>
            </a:r>
          </a:p>
          <a:p>
            <a:r>
              <a:t>                    "hasData": true,</a:t>
            </a:r>
          </a:p>
          <a:p>
            <a:r>
              <a:t>                    "link": "/trends/explore?q=homme&amp;date=2026-10-01+2026-10-07&amp;geo=FR"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"pied",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"/trends/explore?q=pied&amp;date=2026-10-01+2026-10-07&amp;geo=FR"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"ongles",</a:t>
            </a:r>
          </a:p>
          <a:p>
            <a:r>
              <a:t>                    "value": 18,</a:t>
            </a:r>
          </a:p>
          <a:p>
            <a:r>
              <a:t>                    "formattedValue": "18",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18,</a:t>
            </a:r>
          </a:p>
          <a:p>
            <a:r>
              <a:t>                    "formattedValue": "18",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14,</a:t>
            </a:r>
          </a:p>
          <a:p>
            <a:r>
              <a:t>                    "formattedValue": "14",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"garnier",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"/trends/explore?q=garnier&amp;date=2026-10-01+2026-10-07&amp;geo=FR"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"pemphigus paranéoplasique",</a:t>
            </a:r>
          </a:p>
          <a:p>
            <a:r>
              <a:t>                    "value": 20900,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"/trends/explore?q=pemphigus+paran%C3%A9oplasique&amp;date=2026-10-01+2026-10-07&amp;geo=FR"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6450,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"/trends/explore?q=jeremy+gilbert&amp;date=2026-10-01+2026-10-07&amp;geo=FR"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"prince waly",</a:t>
            </a:r>
          </a:p>
          <a:p>
            <a:r>
              <a:t>                    "value": 5100,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"/trends/explore?q=prince+waly&amp;date=2026-10-01+2026-10-07&amp;geo=FR"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"ectoplasma masaki",</a:t>
            </a:r>
          </a:p>
          <a:p>
            <a:r>
              <a:t>                    "value": 5050,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"/trends/explore?q=ectoplasma+masaki&amp;date=2026-10-01+2026-10-07&amp;geo=FR"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"la-roche-sur-yon.com",</a:t>
            </a:r>
          </a:p>
          <a:p>
            <a:r>
              <a:t>                    "value": 3500,</a:t>
            </a:r>
          </a:p>
          <a:p>
            <a:r>
              <a:t>                    "formattedValue": "+3 500 %",</a:t>
            </a:r>
          </a:p>
          <a:p>
            <a:r>
              <a:t>                    "link": "/trends/explore?q=la-roche-sur-yon.com&amp;date=2026-10-01+2026-10-07&amp;geo=FR"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à lèvres rouges",</a:t>
            </a:r>
          </a:p>
          <a:p>
            <a:r>
              <a:t>                    "value": 1850,</a:t>
            </a:r>
          </a:p>
          <a:p>
            <a:r>
              <a:t>                    "formattedValue": "+1 850 %",</a:t>
            </a:r>
          </a:p>
          <a:p>
            <a:r>
              <a:t>                    "link": "/trends/explore?q=poisson+chauve+souris+%C3%A0+l%C3%A8vres+rouges&amp;date=2026-10-01+2026-10-07&amp;geo=FR"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800,</a:t>
            </a:r>
          </a:p>
          <a:p>
            <a:r>
              <a:t>                    "formattedValue": "+800 %",</a:t>
            </a:r>
          </a:p>
          <a:p>
            <a:r>
              <a:t>                    "link": "/trends/explore?q=thierry+mugler&amp;date=2026-10-01+2026-10-07&amp;geo=FR"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"mugler",</a:t>
            </a:r>
          </a:p>
          <a:p>
            <a:r>
              <a:t>                    "value": 200,</a:t>
            </a:r>
          </a:p>
          <a:p>
            <a:r>
              <a:t>                    "formattedValue": "+200 %",</a:t>
            </a:r>
          </a:p>
          <a:p>
            <a:r>
              <a:t>                    "link": "/trends/explore?q=mugler&amp;date=2026-10-01+2026-10-07&amp;geo=FR"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"cup menstruelle",</a:t>
            </a:r>
          </a:p>
          <a:p>
            <a:r>
              <a:t>                    "value": 60,</a:t>
            </a:r>
          </a:p>
          <a:p>
            <a:r>
              <a:t>                    "formattedValue": "+60 %",</a:t>
            </a:r>
          </a:p>
          <a:p>
            <a:r>
              <a:t>                    "link": "/trends/explore?q=cup+menstruelle&amp;date=2026-10-01+2026-10-07&amp;geo=FR"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"juliette has a gun",</a:t>
            </a:r>
          </a:p>
          <a:p>
            <a:r>
              <a:t>                    "value": 60,</a:t>
            </a:r>
          </a:p>
          <a:p>
            <a:r>
              <a:t>                    "formattedValue": "+60 %",</a:t>
            </a:r>
          </a:p>
          <a:p>
            <a:r>
              <a:t>                    "link": "/trends/explore?q=juliette+has+a+gun&amp;date=2026-10-01+2026-10-07&amp;geo=FR"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"divain parfum",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"/trends/explore?q=divain+parfum&amp;date=2026-10-01+2026-10-07&amp;geo=FR"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"2026-10-08T10:57:27.859432+00:00",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"profumo",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92,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"unghie",</a:t>
            </a:r>
          </a:p>
          <a:p>
            <a:r>
              <a:t>            "value": 52,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"profumi",</a:t>
            </a:r>
          </a:p>
          <a:p>
            <a:r>
              <a:t>            "value": 34,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28,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"zara saffron &amp; orange flowers edp 100ml",</a:t>
            </a:r>
          </a:p>
          <a:p>
            <a:r>
              <a:t>            "value": 4600,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"nivea labbra",</a:t>
            </a:r>
          </a:p>
          <a:p>
            <a:r>
              <a:t>            "value": 2250,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"cosmesi decorativa",</a:t>
            </a:r>
          </a:p>
          <a:p>
            <a:r>
              <a:t>            "value": 250,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"Contesto beauty generale: questi dati non dimostrano una crescita delle ricerche sui contorno occhi.",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"63cc5b38d291d5e7ce168eb87290b71a7b395f8542b4b06bdcf1548b5fa0cbc0",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"2026-10-08T10:57:27.859432+00:00",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92,</a:t>
            </a:r>
          </a:p>
          <a:p>
            <a:r>
              <a:t>                    "formattedValue": "92",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52,</a:t>
            </a:r>
          </a:p>
          <a:p>
            <a:r>
              <a:t>                    "formattedValue": "52",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34,</a:t>
            </a:r>
          </a:p>
          <a:p>
            <a:r>
              <a:t>                    "formattedValue": "34",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28,</a:t>
            </a:r>
          </a:p>
          <a:p>
            <a:r>
              <a:t>                    "formattedValue": "28",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14,</a:t>
            </a:r>
          </a:p>
          <a:p>
            <a:r>
              <a:t>                    "formattedValue": "14",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"skincare",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"/trends/explore?q=skincare&amp;date=2026-10-01+2026-10-07&amp;geo=IT"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"rhode",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"/trends/explore?q=rhode&amp;date=2026-10-01+2026-10-07&amp;geo=IT"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42450,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"zara saffron &amp; orange flowers edp 100ml",</a:t>
            </a:r>
          </a:p>
          <a:p>
            <a:r>
              <a:t>                    "value": 4600,</a:t>
            </a:r>
          </a:p>
          <a:p>
            <a:r>
              <a:t>                    "formattedValue": "+4.600%",</a:t>
            </a:r>
          </a:p>
          <a:p>
            <a:r>
              <a:t>                    "link": "/trends/explore?q=zara+saffron+%26+orange+flowers+edp+100ml&amp;date=2026-10-01+2026-10-07&amp;geo=IT"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4050,</a:t>
            </a:r>
          </a:p>
          <a:p>
            <a:r>
              <a:t>                    "formattedValue": "+4.050%",</a:t>
            </a:r>
          </a:p>
          <a:p>
            <a:r>
              <a:t>                    "link": "/trends/explore?q=jeremy+gilbert&amp;date=2026-10-01+2026-10-07&amp;geo=IT"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"macchina del fango",</a:t>
            </a:r>
          </a:p>
          <a:p>
            <a:r>
              <a:t>                    "value": 3700,</a:t>
            </a:r>
          </a:p>
          <a:p>
            <a:r>
              <a:t>                    "formattedValue": "+3.700%",</a:t>
            </a:r>
          </a:p>
          <a:p>
            <a:r>
              <a:t>                    "link": "/trends/explore?q=macchina+del+fango&amp;date=2026-10-01+2026-10-07&amp;geo=IT"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"nivea labbra",</a:t>
            </a:r>
          </a:p>
          <a:p>
            <a:r>
              <a:t>                    "value": 2250,</a:t>
            </a:r>
          </a:p>
          <a:p>
            <a:r>
              <a:t>                    "formattedValue": "+2.250%",</a:t>
            </a:r>
          </a:p>
          <a:p>
            <a:r>
              <a:t>                    "link": "/trends/explore?q=nivea+labbra&amp;date=2026-10-01+2026-10-07&amp;geo=IT"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650,</a:t>
            </a:r>
          </a:p>
          <a:p>
            <a:r>
              <a:t>                    "formattedValue": "+650%",</a:t>
            </a:r>
          </a:p>
          <a:p>
            <a:r>
              <a:t>                    "link": "/trends/explore?q=thierry+mugler&amp;date=2026-10-01+2026-10-07&amp;geo=IT"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"italia francia",</a:t>
            </a:r>
          </a:p>
          <a:p>
            <a:r>
              <a:t>                    "value": 500,</a:t>
            </a:r>
          </a:p>
          <a:p>
            <a:r>
              <a:t>                    "formattedValue": "+500%",</a:t>
            </a:r>
          </a:p>
          <a:p>
            <a:r>
              <a:t>                    "link": "/trends/explore?q=italia+francia&amp;date=2026-10-01+2026-10-07&amp;geo=IT"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"fusion crema",</a:t>
            </a:r>
          </a:p>
          <a:p>
            <a:r>
              <a:t>                    "value": 350,</a:t>
            </a:r>
          </a:p>
          <a:p>
            <a:r>
              <a:t>                    "formattedValue": "+350%",</a:t>
            </a:r>
          </a:p>
          <a:p>
            <a:r>
              <a:t>                    "link": "/trends/explore?q=fusion+crema&amp;date=2026-10-01+2026-10-07&amp;geo=IT"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"cosmesi decorativa",</a:t>
            </a:r>
          </a:p>
          <a:p>
            <a:r>
              <a:t>                    "value": 250,</a:t>
            </a:r>
          </a:p>
          <a:p>
            <a:r>
              <a:t>                    "formattedValue": "+250%",</a:t>
            </a:r>
          </a:p>
          <a:p>
            <a:r>
              <a:t>                    "link": "/trends/explore?q=cosmesi+decorativa&amp;date=2026-10-01+2026-10-07&amp;geo=IT"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"whatsapp web",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"/trends/explore?q=whatsapp+web&amp;date=2026-10-01+2026-10-07&amp;geo=IT"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90,</a:t>
            </a:r>
          </a:p>
          <a:p>
            <a:r>
              <a:t>                    "formattedValue": "+90%",</a:t>
            </a:r>
          </a:p>
          <a:p>
            <a:r>
              <a:t>                    "link": "/trends/explore?q=hazel+eyes&amp;date=2026-10-01+2026-10-07&amp;geo=IT"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"/trends/explore?q=medicube&amp;date=2026-10-01+2026-10-07&amp;geo=IT"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 zero pore",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"/trends/explore?q=medicube+zero+pore&amp;date=2026-10-01+2026-10-07&amp;geo=IT"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"libero mail",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"/trends/explore?q=libero+mail&amp;date=2026-10-01+2026-10-07&amp;geo=IT"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"smalto per unghie",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"/trends/explore?q=smalto+per+unghie&amp;date=2026-10-01+2026-10-07&amp;geo=IT"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 luce pulsata",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"/trends/explore?q=braun+luce+pulsata&amp;date=2026-10-01+2026-10-07&amp;geo=IT"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"calendula",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"/trends/explore?q=calendula&amp;date=2026-10-01+2026-10-07&amp;geo=IT"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"syn_ake",</a:t>
            </a:r>
          </a:p>
          <a:p>
            <a:r>
              <a:t>      "label": {</a:t>
            </a:r>
          </a:p>
          <a:p>
            <a:r>
              <a:t>        "fr": "SYN-AKE™",</a:t>
            </a:r>
          </a:p>
          <a:p>
            <a:r>
              <a:t>        "it": "SYN-AKE™"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"SYN-AKE™",</a:t>
            </a:r>
          </a:p>
          <a:p>
            <a:r>
              <a:t>        "it": "SYN-AKE™"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"DIPEPTIDE DIAMINOBUTYROYL BENZYLAMIDE DIACETATE"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"evidence_topics": [</a:t>
            </a:r>
          </a:p>
          <a:p>
            <a:r>
              <a:t>        "peptides"</a:t>
            </a:r>
          </a:p>
          <a:p>
            <a:r>
              <a:t>      ],</a:t>
            </a:r>
          </a:p>
          <a:p>
            <a:r>
              <a:t>      "role": {</a:t>
            </a:r>
          </a:p>
          <a:p>
            <a:r>
              <a:t>        "fr": "Lissage des rides",</a:t>
            </a:r>
          </a:p>
          <a:p>
            <a:r>
              <a:t>        "it": "Azione levigante"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"2026-10-08T10:57:27.859432+00:00"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"argireline",</a:t>
            </a:r>
          </a:p>
          <a:p>
            <a:r>
              <a:t>      "label": {</a:t>
            </a:r>
          </a:p>
          <a:p>
            <a:r>
              <a:t>        "fr": "ARGIRELINE",</a:t>
            </a:r>
          </a:p>
          <a:p>
            <a:r>
              <a:t>        "it": "ARGIRELINE"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"ARGIRELINE",</a:t>
            </a:r>
          </a:p>
          <a:p>
            <a:r>
              <a:t>        "it": "ARGIRELINE"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"ACETYL HEXAPEPTIDE-8"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"evidence_topics": [</a:t>
            </a:r>
          </a:p>
          <a:p>
            <a:r>
              <a:t>        "peptides"</a:t>
            </a:r>
          </a:p>
          <a:p>
            <a:r>
              <a:t>      ],</a:t>
            </a:r>
          </a:p>
          <a:p>
            <a:r>
              <a:t>      "role": {</a:t>
            </a:r>
          </a:p>
          <a:p>
            <a:r>
              <a:t>        "fr": "Rides d’expression",</a:t>
            </a:r>
          </a:p>
          <a:p>
            <a:r>
              <a:t>        "it": "Rughe d’espressione"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"2026-10-08T10:57:27.859432+00:00"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"Un soin dédié au contour des yeux.\n\nCrème Généreuse Contour des Yeux lisse les rides et les ridules de cette zone délicate.\n\nDécouvrez le soin sur ioma-paris.com.\n\n#IOMAParis #ContourDesYeux #SoinVisage",</a:t>
            </a:r>
          </a:p>
          <a:p>
            <a:r>
              <a:t>  "strategy": {</a:t>
            </a:r>
          </a:p>
          <a:p>
            <a:r>
              <a:t>    "positioning": "Ce soin lisse les rides du contour des yeux. SYN-AKE™ et ARGIRELINE : deux peptides de sa formule. Un lien avec le thème des peptides observé cette semaine.",</a:t>
            </a:r>
          </a:p>
          <a:p>
            <a:r>
              <a:t>    "audience": "Hypothèse de cible : personnes recherchant un soin ciblé pour les ridules du contour des yeux.",</a:t>
            </a:r>
          </a:p>
          <a:p>
            <a:r>
              <a:t>    "activation": "Feed : bénéfice + deux peptides. Story : inviter à découvrir le soin dans la légende. Reel à tester : 6–10 s, texture puis produit. Bannière : découverte du soin.",</a:t>
            </a:r>
          </a:p>
          <a:p>
            <a:r>
              <a:t>    "measurement": "Comparer un message sur les ridules à un message sur les peptides, à audience et budget identiques. Mesurer le taux de clic et les visites produit."</a:t>
            </a:r>
          </a:p>
          <a:p>
            <a:r>
              <a:t>  },</a:t>
            </a:r>
          </a:p>
          <a:p>
            <a:r>
              <a:t>  "source": "https://ioma-paris.com/products/creme-genereuse-contour-des-yeux"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"2026-10-08T10:57:27.859432+00:00",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"https://trends.google.com/trends/explore?cat=143&amp;date=2026-10-01+2026-10-07&amp;geo=FR&amp;hl=fr",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"parfum",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"sephora",</a:t>
            </a:r>
          </a:p>
          <a:p>
            <a:r>
              <a:t>        "value": 42,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"ongle",</a:t>
            </a:r>
          </a:p>
          <a:p>
            <a:r>
              <a:t>        "value": 23,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"nocibe",</a:t>
            </a:r>
          </a:p>
          <a:p>
            <a:r>
              <a:t>        "value": 20,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"ongles",</a:t>
            </a:r>
          </a:p>
          <a:p>
            <a:r>
              <a:t>        "value": 18,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"mugler",</a:t>
            </a:r>
          </a:p>
          <a:p>
            <a:r>
              <a:t>        "value": 200,</a:t>
            </a:r>
          </a:p>
          <a:p>
            <a:r>
              <a:t>        "source_rank": 8,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"juliette has a gun",</a:t>
            </a:r>
          </a:p>
          <a:p>
            <a:r>
              <a:t>        "value": 60,</a:t>
            </a:r>
          </a:p>
          <a:p>
            <a:r>
              <a:t>        "source_rank": 10,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"divain parfum",</a:t>
            </a:r>
          </a:p>
          <a:p>
            <a:r>
              <a:t>        "value": 40,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"Contexte beauté général ; ces données ne démontrent pas une hausse des recherches sur les soins des yeux.",</a:t>
            </a:r>
          </a:p>
          <a:p>
            <a:r>
              <a:t>    "comparison_start": "2026-09-24",</a:t>
            </a:r>
          </a:p>
          <a:p>
            <a:r>
              <a:t>    "comparison_end": "2026-09-30",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"6c92157cbf7ef29258f0b9cb681b73edcdba1adee9330ee921794aa32109ebb7",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"2026-10-08T10:57:27.859432+00:00",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"https://trends.google.com/trends/explore?cat=143&amp;date=2026-10-01+2026-10-07&amp;geo=FR&amp;hl=fr",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"FR"</a:t>
            </a:r>
          </a:p>
          <a:p>
            <a:r>
              <a:t>        },</a:t>
            </a:r>
          </a:p>
          <a:p>
            <a:r>
              <a:t>        "time": "2026-10-01 2026-10-07",</a:t>
            </a:r>
          </a:p>
          <a:p>
            <a:r>
              <a:t>        "originalTimeRangeForExploreUrl": "2026-10-01 2026-10-07"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"2026-09-24 2026-09-30"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"fr",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"parfum",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"/trends/explore?q=parfum&amp;date=2026-10-01+2026-10-07&amp;geo=FR"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42,</a:t>
            </a:r>
          </a:p>
          <a:p>
            <a:r>
              <a:t>                "formattedValue": "42",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"homme",</a:t>
            </a:r>
          </a:p>
          <a:p>
            <a:r>
              <a:t>                "value": 35,</a:t>
            </a:r>
          </a:p>
          <a:p>
            <a:r>
              <a:t>                "formattedValue": "35",</a:t>
            </a:r>
          </a:p>
          <a:p>
            <a:r>
              <a:t>                "hasData": true,</a:t>
            </a:r>
          </a:p>
          <a:p>
            <a:r>
              <a:t>                "link": "/trends/explore?q=homme&amp;date=2026-10-01+2026-10-07&amp;geo=FR"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"/trends/explore?q=ongle&amp;date=2026-10-01+2026-10-07&amp;geo=FR"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"nocibe",</a:t>
            </a:r>
          </a:p>
          <a:p>
            <a:r>
              <a:t>                "value": 20,</a:t>
            </a:r>
          </a:p>
          <a:p>
            <a:r>
              <a:t>                "formattedValue": "20",</a:t>
            </a:r>
          </a:p>
          <a:p>
            <a:r>
              <a:t>                "hasData": true,</a:t>
            </a:r>
          </a:p>
          <a:p>
            <a:r>
              <a:t>                "link": "/trends/explore?q=nocibe&amp;date=2026-10-01+2026-10-07&amp;geo=FR"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"pied",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"/trends/explore?q=pied&amp;date=2026-10-01+2026-10-07&amp;geo=FR"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"ongles",</a:t>
            </a:r>
          </a:p>
          <a:p>
            <a:r>
              <a:t>                "value": 18,</a:t>
            </a:r>
          </a:p>
          <a:p>
            <a:r>
              <a:t>                "formattedValue": "18",</a:t>
            </a:r>
          </a:p>
          <a:p>
            <a:r>
              <a:t>                "hasData": true,</a:t>
            </a:r>
          </a:p>
          <a:p>
            <a:r>
              <a:t>                "link": "/trends/explore?q=ongles&amp;date=2026-10-01+2026-10-07&amp;geo=FR"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"parking",</a:t>
            </a:r>
          </a:p>
          <a:p>
            <a:r>
              <a:t>                "value": 18,</a:t>
            </a:r>
          </a:p>
          <a:p>
            <a:r>
              <a:t>                "formattedValue": "18",</a:t>
            </a:r>
          </a:p>
          <a:p>
            <a:r>
              <a:t>                "hasData": true,</a:t>
            </a:r>
          </a:p>
          <a:p>
            <a:r>
              <a:t>                "link": "/trends/explore?q=parking&amp;date=2026-10-01+2026-10-07&amp;geo=FR"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"yves rocher",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"/trends/explore?q=yves+rocher&amp;date=2026-10-01+2026-10-07&amp;geo=FR"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"maquillage",</a:t>
            </a:r>
          </a:p>
          <a:p>
            <a:r>
              <a:t>                "value": 14,</a:t>
            </a:r>
          </a:p>
          <a:p>
            <a:r>
              <a:t>                "formattedValue": "14",</a:t>
            </a:r>
          </a:p>
          <a:p>
            <a:r>
              <a:t>                "hasData": true,</a:t>
            </a:r>
          </a:p>
          <a:p>
            <a:r>
              <a:t>                "link": "/trends/explore?q=maquillage&amp;date=2026-10-01+2026-10-07&amp;geo=FR"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"vichy",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"/trends/explore?q=vichy&amp;date=2026-10-01+2026-10-07&amp;geo=FR"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homme",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"/trends/explore?q=parfum+homme&amp;date=2026-10-01+2026-10-07&amp;geo=FR"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femme",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"/trends/explore?q=parfum+femme&amp;date=2026-10-01+2026-10-07&amp;geo=FR"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9,</a:t>
            </a:r>
          </a:p>
          <a:p>
            <a:r>
              <a:t>                "formattedValue": "9",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"dermatologue",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"/trends/explore?q=dermatologue&amp;date=2026-10-01+2026-10-07&amp;geo=FR"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"nocibé",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"/trends/explore?q=nocib%C3%A9&amp;date=2026-10-01+2026-10-07&amp;geo=FR"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"nyx",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"/trends/explore?q=nyx&amp;date=2026-10-01+2026-10-07&amp;geo=FR"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"/trends/explore?q=lip&amp;date=2026-10-01+2026-10-07&amp;geo=FR"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"garnier",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"/trends/explore?q=garnier&amp;date=2026-10-01+2026-10-07&amp;geo=FR"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"marionnaud",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"/trends/explore?q=marionnaud&amp;date=2026-10-01+2026-10-07&amp;geo=FR"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"pemphigus paranéoplasique",</a:t>
            </a:r>
          </a:p>
          <a:p>
            <a:r>
              <a:t>                "value": 20900,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"/trends/explore?q=pemphigus+paran%C3%A9oplasique&amp;date=2026-10-01+2026-10-07&amp;geo=FR"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"jeremy gilbert",</a:t>
            </a:r>
          </a:p>
          <a:p>
            <a:r>
              <a:t>                "value": 6450,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"/trends/explore?q=jeremy+gilbert&amp;date=2026-10-01+2026-10-07&amp;geo=FR"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"prince waly",</a:t>
            </a:r>
          </a:p>
          <a:p>
            <a:r>
              <a:t>                "value": 5100,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"/trends/explore?q=prince+waly&amp;date=2026-10-01+2026-10-07&amp;geo=FR"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"ectoplasma masaki",</a:t>
            </a:r>
          </a:p>
          <a:p>
            <a:r>
              <a:t>                "value": 5050,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"/trends/explore?q=ectoplasma+masaki&amp;date=2026-10-01+2026-10-07&amp;geo=FR"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"la-roche-sur-yon.com",</a:t>
            </a:r>
          </a:p>
          <a:p>
            <a:r>
              <a:t>                "value": 3500,</a:t>
            </a:r>
          </a:p>
          <a:p>
            <a:r>
              <a:t>                "formattedValue": "+3 500 %",</a:t>
            </a:r>
          </a:p>
          <a:p>
            <a:r>
              <a:t>                "link": "/trends/explore?q=la-roche-sur-yon.com&amp;date=2026-10-01+2026-10-07&amp;geo=FR"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"poisson chauve souris à lèvres rouges",</a:t>
            </a:r>
          </a:p>
          <a:p>
            <a:r>
              <a:t>                "value": 1850,</a:t>
            </a:r>
          </a:p>
          <a:p>
            <a:r>
              <a:t>                "formattedValue": "+1 850 %",</a:t>
            </a:r>
          </a:p>
          <a:p>
            <a:r>
              <a:t>                "link": "/trends/explore?q=poisson+chauve+souris+%C3%A0+l%C3%A8vres+rouges&amp;date=2026-10-01+2026-10-07&amp;geo=FR"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"thierry mugler",</a:t>
            </a:r>
          </a:p>
          <a:p>
            <a:r>
              <a:t>                "value": 800,</a:t>
            </a:r>
          </a:p>
          <a:p>
            <a:r>
              <a:t>                "formattedValue": "+800 %",</a:t>
            </a:r>
          </a:p>
          <a:p>
            <a:r>
              <a:t>                "link": "/trends/explore?q=thierry+mugler&amp;date=2026-10-01+2026-10-07&amp;geo=FR"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"mugler",</a:t>
            </a:r>
          </a:p>
          <a:p>
            <a:r>
              <a:t>                "value": 200,</a:t>
            </a:r>
          </a:p>
          <a:p>
            <a:r>
              <a:t>                "formattedValue": "+200 %",</a:t>
            </a:r>
          </a:p>
          <a:p>
            <a:r>
              <a:t>                "link": "/trends/explore?q=mugler&amp;date=2026-10-01+2026-10-07&amp;geo=FR"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"cup menstruelle",</a:t>
            </a:r>
          </a:p>
          <a:p>
            <a:r>
              <a:t>                "value": 60,</a:t>
            </a:r>
          </a:p>
          <a:p>
            <a:r>
              <a:t>                "formattedValue": "+60 %",</a:t>
            </a:r>
          </a:p>
          <a:p>
            <a:r>
              <a:t>                "link": "/trends/explore?q=cup+menstruelle&amp;date=2026-10-01+2026-10-07&amp;geo=FR"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"juliette has a gun",</a:t>
            </a:r>
          </a:p>
          <a:p>
            <a:r>
              <a:t>                "value": 60,</a:t>
            </a:r>
          </a:p>
          <a:p>
            <a:r>
              <a:t>                "formattedValue": "+60 %",</a:t>
            </a:r>
          </a:p>
          <a:p>
            <a:r>
              <a:t>                "link": "/trends/explore?q=juliette+has+a+gun&amp;date=2026-10-01+2026-10-07&amp;geo=FR"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"divain parfum",</a:t>
            </a:r>
          </a:p>
          <a:p>
            <a:r>
              <a:t>                "value": 40,</a:t>
            </a:r>
          </a:p>
          <a:p>
            <a:r>
              <a:t>                "formattedValue": "+40 %",</a:t>
            </a:r>
          </a:p>
          <a:p>
            <a:r>
              <a:t>                "link": "/trends/explore?q=divain+parfum&amp;date=2026-10-01+2026-10-07&amp;geo=FR"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"cosrx",</a:t>
            </a:r>
          </a:p>
          <a:p>
            <a:r>
              <a:t>    "title": "COSRX Sets the Fall Skincare Agenda for Amazon Prime Big Deal Days",</a:t>
            </a:r>
          </a:p>
          <a:p>
            <a:r>
              <a:t>    "url": "https://www.prnewsthailand.com/prnewswire/en/view/72075",</a:t>
            </a:r>
          </a:p>
          <a:p>
            <a:r>
              <a:t>    "publisher": "COSRX / PR Newswire",</a:t>
            </a:r>
          </a:p>
          <a:p>
            <a:r>
              <a:t>    "published_at": "2026-10-02T00:00:00+00:00",</a:t>
            </a:r>
          </a:p>
          <a:p>
            <a:r>
              <a:t>    "kind": "brand_promotion",</a:t>
            </a:r>
          </a:p>
          <a:p>
            <a:r>
              <a:t>    "brand": "COSRX",</a:t>
            </a:r>
          </a:p>
          <a:p>
            <a:r>
              <a:t>    "event_start": "2026-10-06",</a:t>
            </a:r>
          </a:p>
          <a:p>
            <a:r>
              <a:t>    "event_end": "2026-10-07",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"ceramides",</a:t>
            </a:r>
          </a:p>
          <a:p>
            <a:r>
              <a:t>      "barrier"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"Peptide",</a:t>
            </a:r>
          </a:p>
          <a:p>
            <a:r>
              <a:t>      "Ceramide",</a:t>
            </a:r>
          </a:p>
          <a:p>
            <a:r>
              <a:t>      "October 6"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"COSRX : offre des 6–7 octobre centrée sur peptides et soin de la barrière. Promotion terminée.",</a:t>
            </a:r>
          </a:p>
          <a:p>
            <a:r>
              <a:t>      "it": "COSRX: promozione del 6–7 ottobre su peptidi e cura della barriera. Offerta conclusa."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"COSRX : offre Prime Big Deal Days",</a:t>
            </a:r>
          </a:p>
          <a:p>
            <a:r>
              <a:t>      "it": "COSRX: offerta Prime Big Deal Days"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"2026-10-08T10:57:27.859432+00:00",</a:t>
            </a:r>
          </a:p>
          <a:p>
            <a:r>
              <a:t>    "content_sha256": "6e733805d00c43647d558c2243fac92a3276abd73e1b22de4785eb7e7bc63a13"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"byoma",</a:t>
            </a:r>
          </a:p>
          <a:p>
            <a:r>
              <a:t>    "title": "The 21 Best September Beauty Launches",</a:t>
            </a:r>
          </a:p>
          <a:p>
            <a:r>
              <a:t>    "url": "https://www.marieclaire.com/beauty/best-new-beauty-products-september-2026/",</a:t>
            </a:r>
          </a:p>
          <a:p>
            <a:r>
              <a:t>    "publisher": "Marie Claire",</a:t>
            </a:r>
          </a:p>
          <a:p>
            <a:r>
              <a:t>    "published_at": "2026-10-02T18:01:50+00:00",</a:t>
            </a:r>
          </a:p>
          <a:p>
            <a:r>
              <a:t>    "kind": "editorial",</a:t>
            </a:r>
          </a:p>
          <a:p>
            <a:r>
              <a:t>    "brand": "BYOMA",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"ceramides",</a:t>
            </a:r>
          </a:p>
          <a:p>
            <a:r>
              <a:t>      "eye_care"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"Byoma",</a:t>
            </a:r>
          </a:p>
          <a:p>
            <a:r>
              <a:t>      "tri-ceramide",</a:t>
            </a:r>
          </a:p>
          <a:p>
            <a:r>
              <a:t>      "Neuraé",</a:t>
            </a:r>
          </a:p>
          <a:p>
            <a:r>
              <a:t>      "Eye Contour"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"Marie Claire : peptides et soin des yeux.",</a:t>
            </a:r>
          </a:p>
          <a:p>
            <a:r>
              <a:t>      "it": "Marie Claire: peptidi e contorno occhi."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"Nouveautés beauté de septembre",</a:t>
            </a:r>
          </a:p>
          <a:p>
            <a:r>
              <a:t>      "it": "Novità beauty di settembre"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"2026-10-08T10:57:27.859432+00:00",</a:t>
            </a:r>
          </a:p>
          <a:p>
            <a:r>
              <a:t>    "content_sha256": "a44b15546928b878c33a4a88cbefa922f57236b512ea18d7e0350576295b64dd"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HK ditches the hard sell to win over Gen Z",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annoncée active sept.–nov., Reels courts et découverte produit. Article du 24 septembre.",</a:t>
            </a:r>
          </a:p>
          <a:p>
            <a:r>
              <a:t>      "it": "CeraVe, Hong Kong: campagna annunciata attiva sett.–nov., Reel brevi e scoperta prodotto.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"2026-10-08T10:57:27.859432+00:00",</a:t>
            </a:r>
          </a:p>
          <a:p>
            <a:r>
              <a:t>    "content_sha256": "47bc1f84d6cd175e395e6d21def3f112bffad07869d937db5b72ec06aab9abb7"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rnewsthailand.com/prnewswire/en/view/72075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genereuse-contour-des-yeux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01+2026-10-07&amp;geo=FR&amp;hl=fr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ieclaire.com/beauty/best-new-beauty-products-septem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www.prnewsthailand.com/prnewswire/en/view/72075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Peptides &amp; regard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Relier le sujet des peptides à un soin ciblé sur les rides du contour des yeux.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Marie Claire : peptides et soin des yeux.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SYN-AKE™ + ARGIRELINE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Deux peptides vérifiés dans la formule IOMA. Les sources parlent de cette famille, pas de ces actifs précis. Priorité éditoriale, pas dosage.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COSRX : offre des 6–7 octobre centrée sur peptides et soin de la barrière. Promotion terminée.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annoncée active sept.–nov., Reels courts et découverte produit. Article du 24 septembre.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COSRX / PR Newswire · 02/10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Généreuse Contour des Yeux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Ce soin lisse les rides du contour des yeux. SYN-AKE™ et ARGIRELINE : deux peptides de sa formule. Un lien avec le thème des peptides observé cette semaine.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de cible : personnes recherchant un soin ciblé pour les ridules du contour des yeux.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 : bénéfice + deux peptides. Story : inviter à découvrir le soin dans la légende. Reel à tester : 6–10 s, texture puis produit. Bannière : découverte du soin.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Comparer un message sur les ridules à un message sur les peptides, à audience et budget identiques. Mesurer le taux de clic et les visites produit.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Les recherches beauté sur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France · Soins du visage et du corps · Recherche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REQUÊTES PRINCIPALES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EN CROISSANCE · SÉLECTION BEAUTÉ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parfum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sephora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ongle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nocibe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ongles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mugler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+200 %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juliette has a gun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+60 %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divain parfum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+40 %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relatif, pas un volume. Croissance vs 24.09.2026–30.09.2026.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Contexte beauté général ; ces données ne démontrent pas une hausse des recherches sur les soins des yeux.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ouvrir les données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Sélection pertinente ; ordre Google conservé. Méthode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Articles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Ouvrir les publications citées dans ce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Marie Claire  ·  02.10.2026  ·  ARTICLE ÉDITORIAL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Nouveautés beauté de septembre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Lire l’article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PRESSE MARKETING · CAMPAGNE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 : la campagne « anti-publicité 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Lire l’article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COSRX / PR Newswire  ·  02.10.2026  ·  COMMUNIQUÉ DE MARQUE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COSRX : offre Prime Big Deal Days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Lire le communiqué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Date de publication indiquée ; période des campagnes précisée en page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