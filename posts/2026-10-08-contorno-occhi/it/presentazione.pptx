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"2026-10-08T10:55:19.847256+00:00",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Sets the Fall Skincare Agenda for Amazon Prime Big Deal Days",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"2026-10-08T10:57:27.859432+00:00",</a:t>
            </a:r>
          </a:p>
          <a:p>
            <a:r>
              <a:t>      "content_sha256": "6e733805d00c43647d558c2243fac92a3276abd73e1b22de4785eb7e7bc63a13"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"The 21 Best September Beauty Launches",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"eye_care"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"tri-ceramide",</a:t>
            </a:r>
          </a:p>
          <a:p>
            <a:r>
              <a:t>        "Neuraé",</a:t>
            </a:r>
          </a:p>
          <a:p>
            <a:r>
              <a:t>        "Eye Contour"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peptides et soin des yeux.",</a:t>
            </a:r>
          </a:p>
          <a:p>
            <a:r>
              <a:t>        "it": "Marie Claire: peptidi e contorno occhi."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"2026-10-08T10:57:27.859432+00:00",</a:t>
            </a:r>
          </a:p>
          <a:p>
            <a:r>
              <a:t>      "content_sha256": "a44b15546928b878c33a4a88cbefa922f57236b512ea18d7e0350576295b64dd"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"2026-10-08T10:57:27.859432+00:00",</a:t>
            </a:r>
          </a:p>
          <a:p>
            <a:r>
              <a:t>      "content_sha256": "47bc1f84d6cd175e395e6d21def3f112bffad07869d937db5b72ec06aab9abb7"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"creme-genereuse-contour-des-yeux",</a:t>
            </a:r>
          </a:p>
          <a:p>
            <a:r>
              <a:t>  "insight": {</a:t>
            </a:r>
          </a:p>
          <a:p>
            <a:r>
              <a:t>    "fr": "Relier le sujet des peptides à un soin ciblé sur les rides du contour des yeux.",</a:t>
            </a:r>
          </a:p>
          <a:p>
            <a:r>
              <a:t>    "it": "Collegare il tema dei peptidi a un trattamento mirato alle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"Ce soin lisse les rides du contour des yeux. SYN-AKE™ et ARGIRELINE : deux peptides de sa formule. Un lien avec le thème des peptides observé cette semaine.",</a:t>
            </a:r>
          </a:p>
          <a:p>
            <a:r>
              <a:t>      "audience": "Hypothèse de cible : personnes recherchant un soin ciblé pour les ridules du contour des yeux.",</a:t>
            </a:r>
          </a:p>
          <a:p>
            <a:r>
              <a:t>      "activation": "Feed : bénéfice + deux peptides. Story : inviter à découvrir le soin dans la légende. Reel à tester : 6–10 s, texture puis produit. Bannière : découverte du soin.",</a:t>
            </a:r>
          </a:p>
          <a:p>
            <a:r>
              <a:t>      "measurement": "Comparer un message sur les ridules à un message sur les peptides, à audience et budget identiques. Mesurer le taux de clic et les visites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"Il trattamento leviga rughe e linee sottili. SYN-AKE™ e ARGIRELINE: due peptidi della formula, collegati al tema dei peptidi nelle notizie della settimana.",</a:t>
            </a:r>
          </a:p>
          <a:p>
            <a:r>
              <a:t>      "audience": "Ipotesi di pubblico: persone che cercano un trattamento mirato per le linee sottili del contorno occhi.",</a:t>
            </a:r>
          </a:p>
          <a:p>
            <a:r>
              <a:t>      "activation": "Feed: beneficio + due peptidi. Story: invito a scoprire il trattamento nella caption. Reel da testare: 6–10 s, texture poi prodotto. Banner: scoperta del trattamento.",</a:t>
            </a:r>
          </a:p>
          <a:p>
            <a:r>
              <a:t>      "measurement": "Confrontare un messaggio sulle linee sottili con uno sui peptidi, a parità di pubblico e budget. Misurare tasso di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démontrent pas une hausse des recherches sur les soins des yeux."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dimostrano una crescita delle ricerche sui contorno occhi."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"Peptides &amp; regard",</a:t>
            </a:r>
          </a:p>
          <a:p>
            <a:r>
              <a:t>    "it": "Peptidi &amp; sguardo"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"Deux peptides vérifiés dans la formule IOMA. Les sources parlent de cette famille, pas de ces actifs précis. Priorité éditoriale, pas dosage.",</a:t>
            </a:r>
          </a:p>
          <a:p>
            <a:r>
              <a:t>    "it": "Due peptidi verificati nella formula IOMA. Le fonti parlano della famiglia, non di questi attivi specifici. Priorità editoriale, non dosaggio."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"https://ioma-paris.com/products/creme-genereuse-contour-des-yeux",</a:t>
            </a:r>
          </a:p>
          <a:p>
            <a:r>
              <a:t>    "reviewed_at": "2026-10-08T10:55:19.847256+00:00",</a:t>
            </a:r>
          </a:p>
          <a:p>
            <a:r>
              <a:t>    "verified_inci": [</a:t>
            </a:r>
          </a:p>
          <a:p>
            <a:r>
              <a:t>      "DIPEPTIDE DIAMINOBUTYROYL BENZYLAMIDE DIACETATE",</a:t>
            </a:r>
          </a:p>
          <a:p>
            <a:r>
              <a:t>      "ACETYL HEXAPEPTIDE-8"</a:t>
            </a:r>
          </a:p>
          <a:p>
            <a:r>
              <a:t>    ],</a:t>
            </a:r>
          </a:p>
          <a:p>
            <a:r>
              <a:t>    "brand_names": [</a:t>
            </a:r>
          </a:p>
          <a:p>
            <a:r>
              <a:t>      "SYN-AKE™",</a:t>
            </a:r>
          </a:p>
          <a:p>
            <a:r>
              <a:t>      "ARGIRELINE"</a:t>
            </a:r>
          </a:p>
          <a:p>
            <a:r>
              <a:t>    ],</a:t>
            </a:r>
          </a:p>
          <a:p>
            <a:r>
              <a:t>    "basis": "Official active-ingredient section and full INCI read; catalog smoothing claim confirmed. No price used. Weekly peptide coverage is family-level evidence, not evidence that these trademarked actives are trending."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"2026-10-08T10:57:27.859432+00:00",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42,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18,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200,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40,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démontrent pas une hausse des recherches sur les soins des yeux.",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"6c92157cbf7ef29258f0b9cb681b73edcdba1adee9330ee921794aa32109ebb7",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"2026-10-08T10:57:27.859432+00:00",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42,</a:t>
            </a:r>
          </a:p>
          <a:p>
            <a:r>
              <a:t>                    "formattedValue": "42",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35,</a:t>
            </a:r>
          </a:p>
          <a:p>
            <a:r>
              <a:t>                    "formattedValue": "35",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20900,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6450,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5050,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3500,</a:t>
            </a:r>
          </a:p>
          <a:p>
            <a:r>
              <a:t>                    "formattedValue": "+3 500 %",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1850,</a:t>
            </a:r>
          </a:p>
          <a:p>
            <a:r>
              <a:t>                    "formattedValue": "+1 850 %",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200,</a:t>
            </a:r>
          </a:p>
          <a:p>
            <a:r>
              <a:t>                    "formattedValue": "+200 %",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"2026-10-08T10:57:27.859432+00:00",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92,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52,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28,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4600,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2250,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dimostrano una crescita delle ricerche sui contorno occhi.",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"63cc5b38d291d5e7ce168eb87290b71a7b395f8542b4b06bdcf1548b5fa0cbc0",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"2026-10-08T10:57:27.859432+00:00",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92,</a:t>
            </a:r>
          </a:p>
          <a:p>
            <a:r>
              <a:t>                    "formattedValue": "92",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52,</a:t>
            </a:r>
          </a:p>
          <a:p>
            <a:r>
              <a:t>                    "formattedValue": "52",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28,</a:t>
            </a:r>
          </a:p>
          <a:p>
            <a:r>
              <a:t>                    "formattedValue": "28",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42450,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4600,</a:t>
            </a:r>
          </a:p>
          <a:p>
            <a:r>
              <a:t>                    "formattedValue": "+4.600%",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4050,</a:t>
            </a:r>
          </a:p>
          <a:p>
            <a:r>
              <a:t>                    "formattedValue": "+4.050%",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3700,</a:t>
            </a:r>
          </a:p>
          <a:p>
            <a:r>
              <a:t>                    "formattedValue": "+3.700%",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2250,</a:t>
            </a:r>
          </a:p>
          <a:p>
            <a:r>
              <a:t>                    "formattedValue": "+2.250%",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650,</a:t>
            </a:r>
          </a:p>
          <a:p>
            <a:r>
              <a:t>                    "formattedValue": "+650%",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500,</a:t>
            </a:r>
          </a:p>
          <a:p>
            <a:r>
              <a:t>                    "formattedValue": "+500%",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350,</a:t>
            </a:r>
          </a:p>
          <a:p>
            <a:r>
              <a:t>                    "formattedValue": "+350%",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 luce pulsata",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"/trends/explore?q=braun+luce+pulsata&amp;date=2026-10-01+2026-10-07&amp;geo=IT"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"syn_ake",</a:t>
            </a:r>
          </a:p>
          <a:p>
            <a:r>
              <a:t>      "label": {</a:t>
            </a:r>
          </a:p>
          <a:p>
            <a:r>
              <a:t>        "fr": "SYN-AKE™",</a:t>
            </a:r>
          </a:p>
          <a:p>
            <a:r>
              <a:t>        "it": "SYN-AKE™"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"SYN-AKE™",</a:t>
            </a:r>
          </a:p>
          <a:p>
            <a:r>
              <a:t>        "it": "SYN-AKE™"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"evidence_topics": [</a:t>
            </a:r>
          </a:p>
          <a:p>
            <a:r>
              <a:t>        "peptides"</a:t>
            </a:r>
          </a:p>
          <a:p>
            <a:r>
              <a:t>      ],</a:t>
            </a:r>
          </a:p>
          <a:p>
            <a:r>
              <a:t>      "role": {</a:t>
            </a:r>
          </a:p>
          <a:p>
            <a:r>
              <a:t>        "fr": "Lissage des rides",</a:t>
            </a:r>
          </a:p>
          <a:p>
            <a:r>
              <a:t>        "it": "Azione levigante"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"2026-10-08T10:57:27.859432+00:00"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"argireline",</a:t>
            </a:r>
          </a:p>
          <a:p>
            <a:r>
              <a:t>      "label": {</a:t>
            </a:r>
          </a:p>
          <a:p>
            <a:r>
              <a:t>        "fr": "ARGIRELINE",</a:t>
            </a:r>
          </a:p>
          <a:p>
            <a:r>
              <a:t>        "it": "ARGIRELINE"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"ARGIRELINE",</a:t>
            </a:r>
          </a:p>
          <a:p>
            <a:r>
              <a:t>        "it": "ARGIRELINE"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"ACETYL HEXAPEPTIDE-8"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"evidence_topics": [</a:t>
            </a:r>
          </a:p>
          <a:p>
            <a:r>
              <a:t>        "peptides"</a:t>
            </a:r>
          </a:p>
          <a:p>
            <a:r>
              <a:t>      ],</a:t>
            </a:r>
          </a:p>
          <a:p>
            <a:r>
              <a:t>      "role": {</a:t>
            </a:r>
          </a:p>
          <a:p>
            <a:r>
              <a:t>        "fr": "Rides d’expression",</a:t>
            </a:r>
          </a:p>
          <a:p>
            <a:r>
              <a:t>        "it": "Rughe d’espressione"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"2026-10-08T10:57:27.859432+00:00"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trattamento dedicato al contorno occhi.\n\nCrème Généreuse Contour des Yeux leviga rughe e linee sottili di questa zona delicata.\n\nScopri il trattamento su ioma-paris.com.\n\n#IOMAParis #ContornoOcchi #Skincare",</a:t>
            </a:r>
          </a:p>
          <a:p>
            <a:r>
              <a:t>  "strategy": {</a:t>
            </a:r>
          </a:p>
          <a:p>
            <a:r>
              <a:t>    "positioning": "Il trattamento leviga rughe e linee sottili. SYN-AKE™ e ARGIRELINE: due peptidi della formula, collegati al tema dei peptidi nelle notizie della settimana.",</a:t>
            </a:r>
          </a:p>
          <a:p>
            <a:r>
              <a:t>    "audience": "Ipotesi di pubblico: persone che cercano un trattamento mirato per le linee sottili del contorno occhi.",</a:t>
            </a:r>
          </a:p>
          <a:p>
            <a:r>
              <a:t>    "activation": "Feed: beneficio + due peptidi. Story: invito a scoprire il trattamento nella caption. Reel da testare: 6–10 s, texture poi prodotto. Banner: scoperta del trattamento.",</a:t>
            </a:r>
          </a:p>
          <a:p>
            <a:r>
              <a:t>    "measurement": "Confrontare un messaggio sulle linee sottili con uno sui peptidi, a parità di pubblico e budget. Misurare tasso di clic e visite alla scheda prodotto."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"2026-10-08T10:57:27.859432+00:00",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"profumo",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92,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"unghie",</a:t>
            </a:r>
          </a:p>
          <a:p>
            <a:r>
              <a:t>        "value": 52,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"profumi",</a:t>
            </a:r>
          </a:p>
          <a:p>
            <a:r>
              <a:t>        "value": 34,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28,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"zara saffron &amp; orange flowers edp 100ml",</a:t>
            </a:r>
          </a:p>
          <a:p>
            <a:r>
              <a:t>        "value": 4600,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"nivea labbra",</a:t>
            </a:r>
          </a:p>
          <a:p>
            <a:r>
              <a:t>        "value": 2250,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"cosmesi decorativa",</a:t>
            </a:r>
          </a:p>
          <a:p>
            <a:r>
              <a:t>        "value": 250,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"Contesto beauty generale: questi dati non dimostrano una crescita delle ricerche sui contorno occhi.",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"63cc5b38d291d5e7ce168eb87290b71a7b395f8542b4b06bdcf1548b5fa0cbc0",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"2026-10-08T10:57:27.859432+00:00",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92,</a:t>
            </a:r>
          </a:p>
          <a:p>
            <a:r>
              <a:t>                "formattedValue": "92",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52,</a:t>
            </a:r>
          </a:p>
          <a:p>
            <a:r>
              <a:t>                "formattedValue": "52",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34,</a:t>
            </a:r>
          </a:p>
          <a:p>
            <a:r>
              <a:t>                "formattedValue": "34",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28,</a:t>
            </a:r>
          </a:p>
          <a:p>
            <a:r>
              <a:t>                "formattedValue": "28",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14,</a:t>
            </a:r>
          </a:p>
          <a:p>
            <a:r>
              <a:t>                "formattedValue": "14",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"skincare",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"/trends/explore?q=skincare&amp;date=2026-10-01+2026-10-07&amp;geo=IT"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"rhode",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"/trends/explore?q=rhode&amp;date=2026-10-01+2026-10-07&amp;geo=IT"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42450,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"zara saffron &amp; orange flowers edp 100ml",</a:t>
            </a:r>
          </a:p>
          <a:p>
            <a:r>
              <a:t>                "value": 4600,</a:t>
            </a:r>
          </a:p>
          <a:p>
            <a:r>
              <a:t>                "formattedValue": "+4.600%",</a:t>
            </a:r>
          </a:p>
          <a:p>
            <a:r>
              <a:t>                "link": "/trends/explore?q=zara+saffron+%26+orange+flowers+edp+100ml&amp;date=2026-10-01+2026-10-07&amp;geo=IT"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4050,</a:t>
            </a:r>
          </a:p>
          <a:p>
            <a:r>
              <a:t>                "formattedValue": "+4.050%",</a:t>
            </a:r>
          </a:p>
          <a:p>
            <a:r>
              <a:t>                "link": "/trends/explore?q=jeremy+gilbert&amp;date=2026-10-01+2026-10-07&amp;geo=IT"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"macchina del fango",</a:t>
            </a:r>
          </a:p>
          <a:p>
            <a:r>
              <a:t>                "value": 3700,</a:t>
            </a:r>
          </a:p>
          <a:p>
            <a:r>
              <a:t>                "formattedValue": "+3.700%",</a:t>
            </a:r>
          </a:p>
          <a:p>
            <a:r>
              <a:t>                "link": "/trends/explore?q=macchina+del+fango&amp;date=2026-10-01+2026-10-07&amp;geo=IT"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"nivea labbra",</a:t>
            </a:r>
          </a:p>
          <a:p>
            <a:r>
              <a:t>                "value": 2250,</a:t>
            </a:r>
          </a:p>
          <a:p>
            <a:r>
              <a:t>                "formattedValue": "+2.250%",</a:t>
            </a:r>
          </a:p>
          <a:p>
            <a:r>
              <a:t>                "link": "/trends/explore?q=nivea+labbra&amp;date=2026-10-01+2026-10-07&amp;geo=IT"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650,</a:t>
            </a:r>
          </a:p>
          <a:p>
            <a:r>
              <a:t>                "formattedValue": "+650%",</a:t>
            </a:r>
          </a:p>
          <a:p>
            <a:r>
              <a:t>                "link": "/trends/explore?q=thierry+mugler&amp;date=2026-10-01+2026-10-07&amp;geo=IT"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"italia francia",</a:t>
            </a:r>
          </a:p>
          <a:p>
            <a:r>
              <a:t>                "value": 500,</a:t>
            </a:r>
          </a:p>
          <a:p>
            <a:r>
              <a:t>                "formattedValue": "+500%",</a:t>
            </a:r>
          </a:p>
          <a:p>
            <a:r>
              <a:t>                "link": "/trends/explore?q=italia+francia&amp;date=2026-10-01+2026-10-07&amp;geo=IT"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"fusion crema",</a:t>
            </a:r>
          </a:p>
          <a:p>
            <a:r>
              <a:t>                "value": 350,</a:t>
            </a:r>
          </a:p>
          <a:p>
            <a:r>
              <a:t>                "formattedValue": "+350%",</a:t>
            </a:r>
          </a:p>
          <a:p>
            <a:r>
              <a:t>                "link": "/trends/explore?q=fusion+crema&amp;date=2026-10-01+2026-10-07&amp;geo=IT"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"cosmesi decorativa",</a:t>
            </a:r>
          </a:p>
          <a:p>
            <a:r>
              <a:t>                "value": 250,</a:t>
            </a:r>
          </a:p>
          <a:p>
            <a:r>
              <a:t>                "formattedValue": "+250%",</a:t>
            </a:r>
          </a:p>
          <a:p>
            <a:r>
              <a:t>                "link": "/trends/explore?q=cosmesi+decorativa&amp;date=2026-10-01+2026-10-07&amp;geo=IT"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"whatsapp web",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"/trends/explore?q=whatsapp+web&amp;date=2026-10-01+2026-10-07&amp;geo=IT"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90,</a:t>
            </a:r>
          </a:p>
          <a:p>
            <a:r>
              <a:t>                "formattedValue": "+90%",</a:t>
            </a:r>
          </a:p>
          <a:p>
            <a:r>
              <a:t>                "link": "/trends/explore?q=hazel+eyes&amp;date=2026-10-01+2026-10-07&amp;geo=IT"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"/trends/explore?q=medicube&amp;date=2026-10-01+2026-10-07&amp;geo=IT"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 zero pore",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"/trends/explore?q=medicube+zero+pore&amp;date=2026-10-01+2026-10-07&amp;geo=IT"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"libero mail",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"/trends/explore?q=libero+mail&amp;date=2026-10-01+2026-10-07&amp;geo=IT"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"smalto per unghie",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"/trends/explore?q=smalto+per+unghie&amp;date=2026-10-01+2026-10-07&amp;geo=IT"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 luce pulsata",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"/trends/explore?q=braun+luce+pulsata&amp;date=2026-10-01+2026-10-07&amp;geo=IT"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"calendula",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"/trends/explore?q=calendula&amp;date=2026-10-01+2026-10-07&amp;geo=IT"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Sets the Fall Skincare Agenda for Amazon Prime Big Deal Days",</a:t>
            </a:r>
          </a:p>
          <a:p>
            <a:r>
              <a:t>    "url": "https://www.prnewsthailand.com/prnewswire/en/view/72075",</a:t>
            </a:r>
          </a:p>
          <a:p>
            <a:r>
              <a:t>    "publisher": "COSRX / PR Newswire",</a:t>
            </a:r>
          </a:p>
          <a:p>
            <a:r>
              <a:t>    "published_at": "2026-10-02T00:00:00+00:00",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"2026-10-08T10:57:27.859432+00:00",</a:t>
            </a:r>
          </a:p>
          <a:p>
            <a:r>
              <a:t>    "content_sha256": "6e733805d00c43647d558c2243fac92a3276abd73e1b22de4785eb7e7bc63a13"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"The 21 Best September Beauty Launches",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"eye_care"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"tri-ceramide",</a:t>
            </a:r>
          </a:p>
          <a:p>
            <a:r>
              <a:t>      "Neuraé",</a:t>
            </a:r>
          </a:p>
          <a:p>
            <a:r>
              <a:t>      "Eye Contour"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peptides et soin des yeux.",</a:t>
            </a:r>
          </a:p>
          <a:p>
            <a:r>
              <a:t>      "it": "Marie Claire: peptidi e contorno occhi."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"2026-10-08T10:57:27.859432+00:00",</a:t>
            </a:r>
          </a:p>
          <a:p>
            <a:r>
              <a:t>    "content_sha256": "a44b15546928b878c33a4a88cbefa922f57236b512ea18d7e0350576295b64dd"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"2026-10-08T10:57:27.859432+00:00",</a:t>
            </a:r>
          </a:p>
          <a:p>
            <a:r>
              <a:t>    "content_sha256": "47bc1f84d6cd175e395e6d21def3f112bffad07869d937db5b72ec06aab9abb7"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prnewsthailand.com/prnewswire/en/view/72075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Peptidi &amp; sguardo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Collegare il tema dei peptidi a un trattamento mirato alle rughe del contorno occhi.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Claire: peptidi e contorno occhi.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SYN-AKE™ + ARGIRELINE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peptidi verificati nella formula IOMA. Le fonti parlano della famiglia, non di questi attivi specifici. Priorità editoriale, non dosaggio.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COSRX: promozione del 6–7 ottobre su peptidi e cura della barriera. Offerta conclusa.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Il trattamento leviga rughe e linee sottili. SYN-AKE™ e ARGIRELINE: due peptidi della formula, collegati al tema dei peptidi nelle notizie della settimana.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 trattamento mirato per le linee sottili del contorno occhi.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beneficio + due peptidi. Story: invito a scoprire il trattamento nella caption. Reel da testare: 6–10 s, texture poi prodotto. Banner: scoperta del trattamento.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un messaggio sulle linee sottili con uno sui peptidi, a parità di pubblico e budget. Misurare tasso di clic e visite alla scheda prodotto.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unghie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zara saffron &amp; orange flowers edp 100ml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+4600 %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nivea labbra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+2250 %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cosmesi decorativa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Contesto beauty generale: questi dati non dimostrano una crescita delle ricerche sui contorno occhi.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Novità beauty di settembre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COMUNICATO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COSRX: offerta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comunicato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