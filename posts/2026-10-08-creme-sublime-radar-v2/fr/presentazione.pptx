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"2026-10-08T09:57:48+00:00",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"cosrx",</a:t>
            </a:r>
          </a:p>
          <a:p>
            <a:r>
              <a:t>      "title": "COSRX fall skincare promotion",</a:t>
            </a:r>
          </a:p>
          <a:p>
            <a:r>
              <a:t>      "url": "https://www.prnewsthailand.com/prnewswire/en/view/72075",</a:t>
            </a:r>
          </a:p>
          <a:p>
            <a:r>
              <a:t>      "publisher": "COSRX / PR Newswire",</a:t>
            </a:r>
          </a:p>
          <a:p>
            <a:r>
              <a:t>      "published_at": "2026-10-02T00:00:00+00:00",</a:t>
            </a:r>
          </a:p>
          <a:p>
            <a:r>
              <a:t>      "kind": "brand_promotion",</a:t>
            </a:r>
          </a:p>
          <a:p>
            <a:r>
              <a:t>      "brand": "COSRX",</a:t>
            </a:r>
          </a:p>
          <a:p>
            <a:r>
              <a:t>      "event_start": "2026-10-06",</a:t>
            </a:r>
          </a:p>
          <a:p>
            <a:r>
              <a:t>      "event_end": "2026-10-07",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"barrier"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"Peptide",</a:t>
            </a:r>
          </a:p>
          <a:p>
            <a:r>
              <a:t>        "Ceramide",</a:t>
            </a:r>
          </a:p>
          <a:p>
            <a:r>
              <a:t>        "October 6"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"COSRX : offre des 6–7 octobre centrée sur peptides et soin de la barrière. Promotion terminée.",</a:t>
            </a:r>
          </a:p>
          <a:p>
            <a:r>
              <a:t>        "it": "COSRX: promozione del 6–7 ottobre su peptidi e cura della barriera. Offerta conclusa."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"COSRX : offre Prime Big Deal Days",</a:t>
            </a:r>
          </a:p>
          <a:p>
            <a:r>
              <a:t>        "it": "COSRX: offerta Prime Big Deal Days"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"byoma",</a:t>
            </a:r>
          </a:p>
          <a:p>
            <a:r>
              <a:t>      "title": "September beauty launches reviewed",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"BYOMA",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"Byoma",</a:t>
            </a:r>
          </a:p>
          <a:p>
            <a:r>
              <a:t>        "tri-ceramide"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"BYOMA : peptides + tri-céramides.",</a:t>
            </a:r>
          </a:p>
          <a:p>
            <a:r>
              <a:t>        "it": "BYOMA: peptidi + tri-ceramidi."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"creme-sublime-revitalisante",</a:t>
            </a:r>
          </a:p>
          <a:p>
            <a:r>
              <a:t>  "insight": {</a:t>
            </a:r>
          </a:p>
          <a:p>
            <a:r>
              <a:t>    "fr": "Faire comprendre la formule : barrière cutanée et fermeté, en deux actifs lisibles.",</a:t>
            </a:r>
          </a:p>
          <a:p>
            <a:r>
              <a:t>    "it": "Rendere comprensibile la formula: barriera cutanea e compattezza, con due attivi leggibili."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associe nutrition et fermeté. Céramides : barrière cutanée. Peptide RIGIN™ : fermeté. Cette lecture de la formule relie le soin aux actifs cités cette semaine.",</a:t>
            </a:r>
          </a:p>
          <a:p>
            <a:r>
              <a:t>      "audience": "Hypothèse de cible : personnes recherchant nutrition, confort et fermeté.",</a:t>
            </a:r>
          </a:p>
          <a:p>
            <a:r>
              <a:t>      "activation": "Feed : deux actifs, deux repères visuels. Story : question « Barrière ou fermeté ? ». Reel à tester : 6–10 s, texture puis formule. Bannière : découverte du soin.",</a:t>
            </a:r>
          </a:p>
          <a:p>
            <a:r>
              <a:t>      "measurement": "Tester le message « barrière » face à « fermeté » avec la même audience et le même budget. Comparer clics et visites de la fiche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unisce nutrimento e compattezza. Ceramidi: barriera cutanea. Peptide RIGIN™: compattezza. Questa lettura della formula collega il prodotto agli attivi citati questa settimana.",</a:t>
            </a:r>
          </a:p>
          <a:p>
            <a:r>
              <a:t>      "audience": "Ipotesi di pubblico: persone che cercano nutrimento, comfort e compattezza.",</a:t>
            </a:r>
          </a:p>
          <a:p>
            <a:r>
              <a:t>      "activation": "Feed: due attivi, due richiami visivi. Story: domanda « Barriera o compattezza? ». Reel da testare: 6–10 s, texture poi formula. Banner: scoperta del trattamento.",</a:t>
            </a:r>
          </a:p>
          <a:p>
            <a:r>
              <a:t>      "measurement": "Testare « barriera » contro « compattezza » con pubblico e budget uguali. Confrontare clic e visite alla scheda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</a:t>
            </a:r>
          </a:p>
          <a:p>
            <a:r>
              <a:t>        ],</a:t>
            </a:r>
          </a:p>
          <a:p>
            <a:r>
              <a:t>        "interpretation": "Proposition IOMA : affiner la recherche autour du soin visage avant de choisir des mots-clés d’acquisition."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</a:t>
            </a:r>
          </a:p>
          <a:p>
            <a:r>
              <a:t>        ],</a:t>
            </a:r>
          </a:p>
          <a:p>
            <a:r>
              <a:t>        "interpretation": "Proposta IOMA: collegare « crema » a nutrimento e compattezza, poi misurare l’interesse sui contenuti dedicati."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"2026-10-08T10:40:27.503584+00:00",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43,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21,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15,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"loreal friends and family",</a:t>
            </a:r>
          </a:p>
          <a:p>
            <a:r>
              <a:t>            "value": 700,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"stick teint lancome",</a:t>
            </a:r>
          </a:p>
          <a:p>
            <a:r>
              <a:t>            "value": 350,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"divain parfum",</a:t>
            </a:r>
          </a:p>
          <a:p>
            <a:r>
              <a:t>            "value": 50,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"Proposition IOMA : affiner la recherche autour du soin visage avant de choisir des mots-clés d’acquisition.",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"ac67d0f0d5813dbee85e161a106db9aed7294f669f23e7531bddc6cd41ad3bbe",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"2026-10-08T10:40:27.503584+00:00",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21,</a:t>
            </a:r>
          </a:p>
          <a:p>
            <a:r>
              <a:t>                    "formattedValue": "21",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18,</a:t>
            </a:r>
          </a:p>
          <a:p>
            <a:r>
              <a:t>                    "formattedValue": "18",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"garnier",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"/trends/explore?q=garnier&amp;date=2026-10-01+2026-10-07&amp;geo=FR"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"loreal",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"/trends/explore?q=loreal&amp;date=2026-10-01+2026-10-07&amp;geo=FR"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21000,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5100,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"/trends/explore?q=jeremy+gilbert&amp;date=2026-10-01+2026-10-07&amp;geo=FR"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3550,</a:t>
            </a:r>
          </a:p>
          <a:p>
            <a:r>
              <a:t>                    "formattedValue": "+3 550 %",</a:t>
            </a:r>
          </a:p>
          <a:p>
            <a:r>
              <a:t>                    "link": "/trends/explore?q=la-roche-sur-yon.com&amp;date=2026-10-01+2026-10-07&amp;geo=FR"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2150,</a:t>
            </a:r>
          </a:p>
          <a:p>
            <a:r>
              <a:t>                    "formattedValue": "+2 150 %",</a:t>
            </a:r>
          </a:p>
          <a:p>
            <a:r>
              <a:t>                    "link": "/trends/explore?q=poisson+chauve+souris+%C3%A0+l%C3%A8vres+rouges&amp;date=2026-10-01+2026-10-07&amp;geo=FR"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800,</a:t>
            </a:r>
          </a:p>
          <a:p>
            <a:r>
              <a:t>                    "formattedValue": "+800 %",</a:t>
            </a:r>
          </a:p>
          <a:p>
            <a:r>
              <a:t>                    "link": "/trends/explore?q=thierry+mugler&amp;date=2026-10-01+2026-10-07&amp;geo=FR"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chauve-souris à lèvre rouge",</a:t>
            </a:r>
          </a:p>
          <a:p>
            <a:r>
              <a:t>                    "value": 750,</a:t>
            </a:r>
          </a:p>
          <a:p>
            <a:r>
              <a:t>                    "formattedValue": "+750 %",</a:t>
            </a:r>
          </a:p>
          <a:p>
            <a:r>
              <a:t>                    "link": "/trends/explore?q=poisson+chauve-souris+%C3%A0+l%C3%A8vre+rouge&amp;date=2026-10-01+2026-10-07&amp;geo=FR"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"loreal friends and family",</a:t>
            </a:r>
          </a:p>
          <a:p>
            <a:r>
              <a:t>                    "value": 700,</a:t>
            </a:r>
          </a:p>
          <a:p>
            <a:r>
              <a:t>                    "formattedValue": "+700 %",</a:t>
            </a:r>
          </a:p>
          <a:p>
            <a:r>
              <a:t>                    "link": "/trends/explore?q=loreal+friends+and+family&amp;date=2026-10-01+2026-10-07&amp;geo=FR"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"stick teint lancome",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"/trends/explore?q=stick+teint+lancome&amp;date=2026-10-01+2026-10-07&amp;geo=FR"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a levre rouge",</a:t>
            </a:r>
          </a:p>
          <a:p>
            <a:r>
              <a:t>                    "value": 170,</a:t>
            </a:r>
          </a:p>
          <a:p>
            <a:r>
              <a:t>                    "formattedValue": "+170 %",</a:t>
            </a:r>
          </a:p>
          <a:p>
            <a:r>
              <a:t>                    "link": "/trends/explore?q=poisson+chauve+souris+a+levre+rouge&amp;date=2026-10-01+2026-10-07&amp;geo=FR"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"/trends/explore?q=hazel+eyes&amp;date=2026-10-01+2026-10-07&amp;geo=FR"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"/trends/explore?q=divain+parfum&amp;date=2026-10-01+2026-10-07&amp;geo=FR"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"2026-10-08T10:40:28.439828+00:00",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89,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34,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28,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"nivea labbra",</a:t>
            </a:r>
          </a:p>
          <a:p>
            <a:r>
              <a:t>            "value": 2350,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"cicaplast baume b5 la roche posay",</a:t>
            </a:r>
          </a:p>
          <a:p>
            <a:r>
              <a:t>            "value": 150,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"medicube zero pore",</a:t>
            </a:r>
          </a:p>
          <a:p>
            <a:r>
              <a:t>            "value": 80,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"Proposta IOMA: collegare « crema » a nutrimento e compattezza, poi misurare l’interesse sui contenuti dedicati.",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"6a55a3932015c12df6cee03dc89dad6fc8102e47e23e0d4ac701213c2a812390",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"2026-10-08T10:40:28.439828+00:00",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89,</a:t>
            </a:r>
          </a:p>
          <a:p>
            <a:r>
              <a:t>                    "formattedValue": "89",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34,</a:t>
            </a:r>
          </a:p>
          <a:p>
            <a:r>
              <a:t>                    "formattedValue": "34",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28,</a:t>
            </a:r>
          </a:p>
          <a:p>
            <a:r>
              <a:t>                    "formattedValue": "28",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"rhode",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"/trends/explore?q=rhode&amp;date=2026-10-01+2026-10-07&amp;geo=IT"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"garnier",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"/trends/explore?q=garnier&amp;date=2026-10-01+2026-10-07&amp;geo=IT"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4,</a:t>
            </a:r>
          </a:p>
          <a:p>
            <a:r>
              <a:t>                    "formattedValue": "4",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4,</a:t>
            </a:r>
          </a:p>
          <a:p>
            <a:r>
              <a:t>                    "formattedValue": "4",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63950,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4250,</a:t>
            </a:r>
          </a:p>
          <a:p>
            <a:r>
              <a:t>                    "formattedValue": "+4.250%",</a:t>
            </a:r>
          </a:p>
          <a:p>
            <a:r>
              <a:t>                    "link": "/trends/explore?q=jeremy+gilbert&amp;date=2026-10-01+2026-10-07&amp;geo=IT"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"nivea labbra",</a:t>
            </a:r>
          </a:p>
          <a:p>
            <a:r>
              <a:t>                    "value": 2350,</a:t>
            </a:r>
          </a:p>
          <a:p>
            <a:r>
              <a:t>                    "formattedValue": "+2.350%",</a:t>
            </a:r>
          </a:p>
          <a:p>
            <a:r>
              <a:t>                    "link": "/trends/explore?q=nivea+labbra&amp;date=2026-10-01+2026-10-07&amp;geo=IT"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"/trends/explore?q=whatsapp+web&amp;date=2026-10-01+2026-10-07&amp;geo=IT"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"cicaplast baume b5 la roche posay",</a:t>
            </a:r>
          </a:p>
          <a:p>
            <a:r>
              <a:t>                    "value": 150,</a:t>
            </a:r>
          </a:p>
          <a:p>
            <a:r>
              <a:t>                    "formattedValue": "+150%",</a:t>
            </a:r>
          </a:p>
          <a:p>
            <a:r>
              <a:t>                    "link": "/trends/explore?q=cicaplast+baume+b5+la+roche+posay&amp;date=2026-10-01+2026-10-07&amp;geo=IT"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100,</a:t>
            </a:r>
          </a:p>
          <a:p>
            <a:r>
              <a:t>                    "formattedValue": "+100%",</a:t>
            </a:r>
          </a:p>
          <a:p>
            <a:r>
              <a:t>                    "link": "/trends/explore?q=hazel+eyes&amp;date=2026-10-01+2026-10-07&amp;geo=IT"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 prime",</a:t>
            </a:r>
          </a:p>
          <a:p>
            <a:r>
              <a:t>                    "value": 100,</a:t>
            </a:r>
          </a:p>
          <a:p>
            <a:r>
              <a:t>                    "formattedValue": "+100%",</a:t>
            </a:r>
          </a:p>
          <a:p>
            <a:r>
              <a:t>                    "link": "/trends/explore?q=amazon+prime&amp;date=2026-10-01+2026-10-07&amp;geo=IT"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"/trends/explore?q=medicube+zero+pore&amp;date=2026-10-01+2026-10-07&amp;geo=IT"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"libero mail",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"/trends/explore?q=libero+mail&amp;date=2026-10-01+2026-10-07&amp;geo=IT"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"/trends/explore?q=medicube&amp;date=2026-10-01+2026-10-07&amp;geo=IT"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 luce pulsata",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"/trends/explore?q=braun+luce+pulsata&amp;date=2026-10-01+2026-10-07&amp;geo=IT"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"basalioma naso",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"/trends/explore?q=basalioma+naso&amp;date=2026-10-01+2026-10-07&amp;geo=IT"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di domani",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"/trends/explore?q=meteo+di+domani&amp;date=2026-10-01+2026-10-07&amp;geo=IT"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"ceramides",</a:t>
            </a:r>
          </a:p>
          <a:p>
            <a:r>
              <a:t>      "label":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"CERAMIDE NP",</a:t>
            </a:r>
          </a:p>
          <a:p>
            <a:r>
              <a:t>        "CERAMIDE AP"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"Barrière cutanée",</a:t>
            </a:r>
          </a:p>
          <a:p>
            <a:r>
              <a:t>        "it": "Barriera cutanea"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"verification_session_date": "2026-10-08"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"verification_session_date": "2026-10-08"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"La nutrition et la fermeté, dans un même soin.\n\nCrème Sublime Revitalisante nourrit la peau en profondeur et contribue à une peau plus ferme. Sa texture riche et fondante transforme l’application en un moment de soin.\n\nDécouvrez Crème Sublime Revitalisante sur ioma-paris.com.\n\n#IOMAParis #CrèmeSublimeRevitalisante #SoinVisage",</a:t>
            </a:r>
          </a:p>
          <a:p>
            <a:r>
              <a:t>  "strategy": {</a:t>
            </a:r>
          </a:p>
          <a:p>
            <a:r>
              <a:t>    "positioning": "Crème Sublime associe nutrition et fermeté. Céramides : barrière cutanée. Peptide RIGIN™ : fermeté. Cette lecture de la formule relie le soin aux actifs cités cette semaine.",</a:t>
            </a:r>
          </a:p>
          <a:p>
            <a:r>
              <a:t>    "audience": "Hypothèse de cible : personnes recherchant nutrition, confort et fermeté.",</a:t>
            </a:r>
          </a:p>
          <a:p>
            <a:r>
              <a:t>    "activation": "Feed : deux actifs, deux repères visuels. Story : question « Barrière ou fermeté ? ». Reel à tester : 6–10 s, texture puis formule. Bannière : découverte du soin.",</a:t>
            </a:r>
          </a:p>
          <a:p>
            <a:r>
              <a:t>    "measurement": "Tester le message « barrière » face à « fermeté » avec la même audience et le même budget. Comparer clics et visites de la fiche produit."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"2026-10-08T10:40:27.503584+00:00",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"https://trends.google.com/trends/explore?cat=143&amp;date=2026-10-01+2026-10-07&amp;geo=FR&amp;hl=fr",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"parfum",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43,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"ongle",</a:t>
            </a:r>
          </a:p>
          <a:p>
            <a:r>
              <a:t>        "value": 23,</a:t>
            </a:r>
          </a:p>
          <a:p>
            <a:r>
              <a:t>        "source_rank": 3,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"nocibe",</a:t>
            </a:r>
          </a:p>
          <a:p>
            <a:r>
              <a:t>        "value": 21,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"yves rocher",</a:t>
            </a:r>
          </a:p>
          <a:p>
            <a:r>
              <a:t>        "value": 15,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"loreal friends and family",</a:t>
            </a:r>
          </a:p>
          <a:p>
            <a:r>
              <a:t>        "value": 700,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"stick teint lancome",</a:t>
            </a:r>
          </a:p>
          <a:p>
            <a:r>
              <a:t>        "value": 350,</a:t>
            </a:r>
          </a:p>
          <a:p>
            <a:r>
              <a:t>        "source_rank": 8,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"divain parfum",</a:t>
            </a:r>
          </a:p>
          <a:p>
            <a:r>
              <a:t>        "value": 50,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"Proposition IOMA : affiner la recherche autour du soin visage avant de choisir des mots-clés d’acquisition.",</a:t>
            </a:r>
          </a:p>
          <a:p>
            <a:r>
              <a:t>    "comparison_start": "2026-09-24",</a:t>
            </a:r>
          </a:p>
          <a:p>
            <a:r>
              <a:t>    "comparison_end": "2026-09-30",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"ac67d0f0d5813dbee85e161a106db9aed7294f669f23e7531bddc6cd41ad3bbe",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"2026-10-08T10:40:27.503584+00:00",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"https://trends.google.com/trends/explore?cat=143&amp;date=2026-10-01+2026-10-07&amp;geo=FR&amp;hl=fr",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"2026-10-01 2026-10-07",</a:t>
            </a:r>
          </a:p>
          <a:p>
            <a:r>
              <a:t>        "originalTimeRangeForExploreUrl": "2026-10-01 2026-10-07"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"2026-09-24 2026-09-30"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43,</a:t>
            </a:r>
          </a:p>
          <a:p>
            <a:r>
              <a:t>                "formattedValue": "43",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21,</a:t>
            </a:r>
          </a:p>
          <a:p>
            <a:r>
              <a:t>                "formattedValue": "21",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"pied",</a:t>
            </a:r>
          </a:p>
          <a:p>
            <a:r>
              <a:t>                "value": 20,</a:t>
            </a:r>
          </a:p>
          <a:p>
            <a:r>
              <a:t>                "formattedValue": "20",</a:t>
            </a:r>
          </a:p>
          <a:p>
            <a:r>
              <a:t>                "hasData": true,</a:t>
            </a:r>
          </a:p>
          <a:p>
            <a:r>
              <a:t>                "link": "/trends/explore?q=pied&amp;date=2026-10-01+2026-10-07&amp;geo=FR"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18,</a:t>
            </a:r>
          </a:p>
          <a:p>
            <a:r>
              <a:t>                "formattedValue": "18",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"dermatologue",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"/trends/explore?q=dermatologue&amp;date=2026-10-01+2026-10-07&amp;geo=FR"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"garnier",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"/trends/explore?q=garnier&amp;date=2026-10-01+2026-10-07&amp;geo=FR"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"loreal",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"/trends/explore?q=loreal&amp;date=2026-10-01+2026-10-07&amp;geo=FR"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"marionnaud",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"/trends/explore?q=marionnaud&amp;date=2026-10-01+2026-10-07&amp;geo=FR"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"pemphigus paranéoplasique",</a:t>
            </a:r>
          </a:p>
          <a:p>
            <a:r>
              <a:t>                "value": 21000,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"/trends/explore?q=pemphigus+paran%C3%A9oplasique&amp;date=2026-10-01+2026-10-07&amp;geo=FR"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"jeremy gilbert",</a:t>
            </a:r>
          </a:p>
          <a:p>
            <a:r>
              <a:t>                "value": 5100,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"/trends/explore?q=jeremy+gilbert&amp;date=2026-10-01+2026-10-07&amp;geo=FR"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"la-roche-sur-yon.com",</a:t>
            </a:r>
          </a:p>
          <a:p>
            <a:r>
              <a:t>                "value": 3550,</a:t>
            </a:r>
          </a:p>
          <a:p>
            <a:r>
              <a:t>                "formattedValue": "+3 550 %",</a:t>
            </a:r>
          </a:p>
          <a:p>
            <a:r>
              <a:t>                "link": "/trends/explore?q=la-roche-sur-yon.com&amp;date=2026-10-01+2026-10-07&amp;geo=FR"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"poisson chauve souris à lèvres rouges",</a:t>
            </a:r>
          </a:p>
          <a:p>
            <a:r>
              <a:t>                "value": 2150,</a:t>
            </a:r>
          </a:p>
          <a:p>
            <a:r>
              <a:t>                "formattedValue": "+2 150 %",</a:t>
            </a:r>
          </a:p>
          <a:p>
            <a:r>
              <a:t>                "link": "/trends/explore?q=poisson+chauve+souris+%C3%A0+l%C3%A8vres+rouges&amp;date=2026-10-01+2026-10-07&amp;geo=FR"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"thierry mugler",</a:t>
            </a:r>
          </a:p>
          <a:p>
            <a:r>
              <a:t>                "value": 800,</a:t>
            </a:r>
          </a:p>
          <a:p>
            <a:r>
              <a:t>                "formattedValue": "+800 %",</a:t>
            </a:r>
          </a:p>
          <a:p>
            <a:r>
              <a:t>                "link": "/trends/explore?q=thierry+mugler&amp;date=2026-10-01+2026-10-07&amp;geo=FR"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"poisson chauve-souris à lèvre rouge",</a:t>
            </a:r>
          </a:p>
          <a:p>
            <a:r>
              <a:t>                "value": 750,</a:t>
            </a:r>
          </a:p>
          <a:p>
            <a:r>
              <a:t>                "formattedValue": "+750 %",</a:t>
            </a:r>
          </a:p>
          <a:p>
            <a:r>
              <a:t>                "link": "/trends/explore?q=poisson+chauve-souris+%C3%A0+l%C3%A8vre+rouge&amp;date=2026-10-01+2026-10-07&amp;geo=FR"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"loreal friends and family",</a:t>
            </a:r>
          </a:p>
          <a:p>
            <a:r>
              <a:t>                "value": 700,</a:t>
            </a:r>
          </a:p>
          <a:p>
            <a:r>
              <a:t>                "formattedValue": "+700 %",</a:t>
            </a:r>
          </a:p>
          <a:p>
            <a:r>
              <a:t>                "link": "/trends/explore?q=loreal+friends+and+family&amp;date=2026-10-01+2026-10-07&amp;geo=FR"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"stick teint lancome",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"/trends/explore?q=stick+teint+lancome&amp;date=2026-10-01+2026-10-07&amp;geo=FR"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"poisson chauve souris a levre rouge",</a:t>
            </a:r>
          </a:p>
          <a:p>
            <a:r>
              <a:t>                "value": 170,</a:t>
            </a:r>
          </a:p>
          <a:p>
            <a:r>
              <a:t>                "formattedValue": "+170 %",</a:t>
            </a:r>
          </a:p>
          <a:p>
            <a:r>
              <a:t>                "link": "/trends/explore?q=poisson+chauve+souris+a+levre+rouge&amp;date=2026-10-01+2026-10-07&amp;geo=FR"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"hazel eyes",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"/trends/explore?q=hazel+eyes&amp;date=2026-10-01+2026-10-07&amp;geo=FR"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"divain parfum",</a:t>
            </a:r>
          </a:p>
          <a:p>
            <a:r>
              <a:t>                "value": 50,</a:t>
            </a:r>
          </a:p>
          <a:p>
            <a:r>
              <a:t>                "formattedValue": "+50 %",</a:t>
            </a:r>
          </a:p>
          <a:p>
            <a:r>
              <a:t>                "link": "/trends/explore?q=divain+parfum&amp;date=2026-10-01+2026-10-07&amp;geo=FR"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"cosrx",</a:t>
            </a:r>
          </a:p>
          <a:p>
            <a:r>
              <a:t>    "title": "COSRX fall skincare promotion",</a:t>
            </a:r>
          </a:p>
          <a:p>
            <a:r>
              <a:t>    "url": "https://www.prnewsthailand.com/prnewswire/en/view/72075",</a:t>
            </a:r>
          </a:p>
          <a:p>
            <a:r>
              <a:t>    "publisher": "COSRX / PR Newswire",</a:t>
            </a:r>
          </a:p>
          <a:p>
            <a:r>
              <a:t>    "published_at": "2026-10-02T00:00:00+00:00",</a:t>
            </a:r>
          </a:p>
          <a:p>
            <a:r>
              <a:t>    "kind": "brand_promotion",</a:t>
            </a:r>
          </a:p>
          <a:p>
            <a:r>
              <a:t>    "brand": "COSRX",</a:t>
            </a:r>
          </a:p>
          <a:p>
            <a:r>
              <a:t>    "event_start": "2026-10-06",</a:t>
            </a:r>
          </a:p>
          <a:p>
            <a:r>
              <a:t>    "event_end": "2026-10-07",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"ceramides",</a:t>
            </a:r>
          </a:p>
          <a:p>
            <a:r>
              <a:t>      "barrier"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"Peptide",</a:t>
            </a:r>
          </a:p>
          <a:p>
            <a:r>
              <a:t>      "Ceramide",</a:t>
            </a:r>
          </a:p>
          <a:p>
            <a:r>
              <a:t>      "October 6"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"COSRX : offre des 6–7 octobre centrée sur peptides et soin de la barrière. Promotion terminée.",</a:t>
            </a:r>
          </a:p>
          <a:p>
            <a:r>
              <a:t>      "it": "COSRX: promozione del 6–7 ottobre su peptidi e cura della barriera. Offerta conclusa."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"COSRX : offre Prime Big Deal Days",</a:t>
            </a:r>
          </a:p>
          <a:p>
            <a:r>
              <a:t>      "it": "COSRX: offerta Prime Big Deal Days"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"byoma",</a:t>
            </a:r>
          </a:p>
          <a:p>
            <a:r>
              <a:t>    "title": "September beauty launches reviewed",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"BYOMA",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"Byoma",</a:t>
            </a:r>
          </a:p>
          <a:p>
            <a:r>
              <a:t>      "tri-ceramide"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"BYOMA : peptides + tri-céramides.",</a:t>
            </a:r>
          </a:p>
          <a:p>
            <a:r>
              <a:t>      "it": "BYOMA: peptidi + tri-ceramidi."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rnewsthailand.com/prnewswire/en/view/72075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1+2026-10-07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www.prnewsthailand.com/prnewswire/en/view/72075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Barrière &amp; fermeté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Faire comprendre la formule : barrière cutanée et fermeté, en deux actifs lisibles.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BYOMA : peptides + tri-céramides.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Céramides + Peptide RIGIN™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Deux familles présentes dans la formule IOMA et citées dans les sources récentes. Sélection éditoriale, pas un classement par concentration.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COSRX : offre des 6–7 octobre centrée sur peptides et soin de la barrière. Promotion terminée.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annoncée active sept.–nov., Reels courts et découverte produit. Article du 24 septembre.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COSRX / PR Newswire · 02/10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associe nutrition et fermeté. Céramides : barrière cutanée. Peptide RIGIN™ : fermeté. Cette lecture de la formule relie le soin aux actifs cités cette semaine.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de cible : personnes recherchant nutrition, confort et fermeté.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 : deux actifs, deux repères visuels. Story : question « Barrière ou fermeté ? ». Reel à tester : 6–10 s, texture puis formule. Bannière : découverte du soin.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Tester le message « barrière » face à « fermeté » avec la même audience et le même budget. Comparer clics et visites de la fiche produit.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parfum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ongle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nocibe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yves rocher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loreal friends and family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+700 %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stick teint lancome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+350 %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divain parfum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+50 %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24.09.2026–30.09.2026.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Proposition IOMA : affiner la recherche autour du soin visage avant de choisir des mots-clés d’acquisition.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ARTICLE ÉDITORIAL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Nouveautés beauté de septembre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l’article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COSRX / PR Newswire  ·  02.10.2026  ·  COMMUNIQUÉ DE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COSRX : offre Prime Big Deal Days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Lire le communiqué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