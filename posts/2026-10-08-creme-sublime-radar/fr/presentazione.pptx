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"2026-10-08T09:57:48+00:00",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"cosrx",</a:t>
            </a:r>
          </a:p>
          <a:p>
            <a:r>
              <a:t>      "title": "COSRX fall skincare promotion",</a:t>
            </a:r>
          </a:p>
          <a:p>
            <a:r>
              <a:t>      "url": "https://www.prnewsthailand.com/prnewswire/en/view/72075",</a:t>
            </a:r>
          </a:p>
          <a:p>
            <a:r>
              <a:t>      "publisher": "COSRX / PR Newswire",</a:t>
            </a:r>
          </a:p>
          <a:p>
            <a:r>
              <a:t>      "published_at": "2026-10-02T00:00:00+00:00",</a:t>
            </a:r>
          </a:p>
          <a:p>
            <a:r>
              <a:t>      "kind": "brand_promotion",</a:t>
            </a:r>
          </a:p>
          <a:p>
            <a:r>
              <a:t>      "brand": "COSRX",</a:t>
            </a:r>
          </a:p>
          <a:p>
            <a:r>
              <a:t>      "event_start": "2026-10-06",</a:t>
            </a:r>
          </a:p>
          <a:p>
            <a:r>
              <a:t>      "event_end": "2026-10-07",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"barrier"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"Peptide",</a:t>
            </a:r>
          </a:p>
          <a:p>
            <a:r>
              <a:t>        "Ceramide",</a:t>
            </a:r>
          </a:p>
          <a:p>
            <a:r>
              <a:t>        "October 6"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"COSRX : offre des 6–7 octobre centrée sur peptides et soin de la barrière. Promotion terminée.",</a:t>
            </a:r>
          </a:p>
          <a:p>
            <a:r>
              <a:t>        "it": "COSRX: promozione del 6–7 ottobre su peptidi e cura della barriera. Offerta conclusa."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"verification_session_date": "2026-10-08"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"byoma",</a:t>
            </a:r>
          </a:p>
          <a:p>
            <a:r>
              <a:t>      "title": "September beauty launches reviewed",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"BYOMA",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"Byoma",</a:t>
            </a:r>
          </a:p>
          <a:p>
            <a:r>
              <a:t>        "tri-ceramide"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"BYOMA : peptides + tri-céramides.",</a:t>
            </a:r>
          </a:p>
          <a:p>
            <a:r>
              <a:t>        "it": "BYOMA: peptidi + tri-ceramidi."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"verification_session_date": "2026-10-08"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"verification_session_date": "2026-10-08"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"creme-sublime-revitalisante",</a:t>
            </a:r>
          </a:p>
          <a:p>
            <a:r>
              <a:t>  "insight": {</a:t>
            </a:r>
          </a:p>
          <a:p>
            <a:r>
              <a:t>    "fr": "Faire comprendre la formule : barrière cutanée et fermeté, en deux actifs lisibles.",</a:t>
            </a:r>
          </a:p>
          <a:p>
            <a:r>
              <a:t>    "it": "Rendere comprensibile la formula: barriera cutanea e compattezza, con due attivi leggibili."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associe nutrition et fermeté. Céramides : barrière cutanée. Peptide RIGIN™ : fermeté. Cette lecture de la formule relie le soin aux actifs cités cette semaine.",</a:t>
            </a:r>
          </a:p>
          <a:p>
            <a:r>
              <a:t>      "audience": "Hypothèse de cible : personnes recherchant nutrition, confort et fermeté.",</a:t>
            </a:r>
          </a:p>
          <a:p>
            <a:r>
              <a:t>      "activation": "Feed : deux actifs, deux repères visuels. Story : question « Barrière ou fermeté ? ». Reel à tester : 6–10 s, texture puis formule. Bannière : découverte du soin.",</a:t>
            </a:r>
          </a:p>
          <a:p>
            <a:r>
              <a:t>      "measurement": "Tester le message « barrière » face à « fermeté » avec la même audience et le même budget. Comparer clics et visites de la fiche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unisce nutrimento e compattezza. Ceramidi: barriera cutanea. Peptide RIGIN™: compattezza. Questa lettura della formula collega il prodotto agli attivi citati questa settimana.",</a:t>
            </a:r>
          </a:p>
          <a:p>
            <a:r>
              <a:t>      "audience": "Ipotesi di pubblico: persone che cercano nutrimento, comfort e compattezza.",</a:t>
            </a:r>
          </a:p>
          <a:p>
            <a:r>
              <a:t>      "activation": "Feed: due attivi, due richiami visivi. Story: domanda « Barriera o compattezza? ». Reel da testare: 6–10 s, texture poi formula. Banner: scoperta del trattamento.",</a:t>
            </a:r>
          </a:p>
          <a:p>
            <a:r>
              <a:t>      "measurement": "Testare « barriera » contro « compattezza » con pubblico e budget uguali. Confrontare clic e visite alla scheda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"verification_mode": "Online verification earlier in the same session; local rendering after network approval review quota failure."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"ceramides",</a:t>
            </a:r>
          </a:p>
          <a:p>
            <a:r>
              <a:t>      "label":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"CERAMIDE NP",</a:t>
            </a:r>
          </a:p>
          <a:p>
            <a:r>
              <a:t>        "CERAMIDE AP"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"Barrière cutanée",</a:t>
            </a:r>
          </a:p>
          <a:p>
            <a:r>
              <a:t>        "it": "Barriera cutanea"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"verification_session_date": "2026-10-08"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"verification_session_date": "2026-10-08"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"La nutrition et la fermeté, dans un même soin.\n\nCrème Sublime Revitalisante nourrit la peau en profondeur et contribue à une peau plus ferme. Sa texture riche et fondante transforme l’application en un moment de soin.\n\nDécouvrez Crème Sublime Revitalisante sur ioma-paris.com.\n\n#IOMAParis #CrèmeSublimeRevitalisante #SoinVisage",</a:t>
            </a:r>
          </a:p>
          <a:p>
            <a:r>
              <a:t>  "strategy": {</a:t>
            </a:r>
          </a:p>
          <a:p>
            <a:r>
              <a:t>    "positioning": "Crème Sublime associe nutrition et fermeté. Céramides : barrière cutanée. Peptide RIGIN™ : fermeté. Cette lecture de la formule relie le soin aux actifs cités cette semaine.",</a:t>
            </a:r>
          </a:p>
          <a:p>
            <a:r>
              <a:t>    "audience": "Hypothèse de cible : personnes recherchant nutrition, confort et fermeté.",</a:t>
            </a:r>
          </a:p>
          <a:p>
            <a:r>
              <a:t>    "activation": "Feed : deux actifs, deux repères visuels. Story : question « Barrière ou fermeté ? ». Reel à tester : 6–10 s, texture puis formule. Bannière : découverte du soin.",</a:t>
            </a:r>
          </a:p>
          <a:p>
            <a:r>
              <a:t>    "measurement": "Tester le message « barrière » face à « fermeté » avec la même audience et le même budget. Comparer clics et visites de la fiche produit."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rnewsthailand.com/prnewswire/en/view/72075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Barrière &amp; fermeté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Faire comprendre la formule : barrière cutanée et fermeté, en deux actifs lisibles.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BYOMA : peptides + tri-céramides.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Céramides + Peptide RIGIN™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Deux familles présentes dans la formule IOMA et citées dans les sources récentes. Sélection éditoriale, pas un classement par concentration.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COSRX : offre des 6–7 octobre centrée sur peptides et soin de la barrière. Promotion terminée.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annoncée active sept.–nov., Reels courts et découverte produit. Article du 24 septembre.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COSRX / PR Newswire · 02/10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associe nutrition et fermeté. Céramides : barrière cutanée. Peptide RIGIN™ : fermeté. Cette lecture de la formule relie le soin aux actifs cités cette semaine.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de cible : personnes recherchant nutrition, confort et fermeté.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 : deux actifs, deux repères visuels. Story : question « Barrière ou fermeté ? ». Reel à tester : 6–10 s, texture puis formule. Bannière : découverte du soin.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Tester le message « barrière » face à « fermeté » avec la même audience et le même budget. Comparer clics et visites de la fiche produit.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