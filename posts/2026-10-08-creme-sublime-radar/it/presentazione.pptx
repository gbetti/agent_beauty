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"2026-10-08T09:57:48+00:00",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"cosrx",</a:t>
            </a:r>
          </a:p>
          <a:p>
            <a:r>
              <a:t>      "title": "COSRX fall skincare promotion",</a:t>
            </a:r>
          </a:p>
          <a:p>
            <a:r>
              <a:t>      "url": "https://www.prnewsthailand.com/prnewswire/en/view/72075",</a:t>
            </a:r>
          </a:p>
          <a:p>
            <a:r>
              <a:t>      "publisher": "COSRX / PR Newswire",</a:t>
            </a:r>
          </a:p>
          <a:p>
            <a:r>
              <a:t>      "published_at": "2026-10-02T00:00:00+00:00",</a:t>
            </a:r>
          </a:p>
          <a:p>
            <a:r>
              <a:t>      "kind": "brand_promotion",</a:t>
            </a:r>
          </a:p>
          <a:p>
            <a:r>
              <a:t>      "brand": "COSRX",</a:t>
            </a:r>
          </a:p>
          <a:p>
            <a:r>
              <a:t>      "event_start": "2026-10-06",</a:t>
            </a:r>
          </a:p>
          <a:p>
            <a:r>
              <a:t>      "event_end": "2026-10-07",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"ceramides",</a:t>
            </a:r>
          </a:p>
          <a:p>
            <a:r>
              <a:t>        "barrier"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"Peptide",</a:t>
            </a:r>
          </a:p>
          <a:p>
            <a:r>
              <a:t>        "Ceramide",</a:t>
            </a:r>
          </a:p>
          <a:p>
            <a:r>
              <a:t>        "October 6"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"COSRX : offre des 6–7 octobre centrée sur peptides et soin de la barrière. Promotion terminée.",</a:t>
            </a:r>
          </a:p>
          <a:p>
            <a:r>
              <a:t>        "it": "COSRX: promozione del 6–7 ottobre su peptidi e cura della barriera. Offerta conclusa."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"verification_session_date": "2026-10-08"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"byoma",</a:t>
            </a:r>
          </a:p>
          <a:p>
            <a:r>
              <a:t>      "title": "September beauty launches reviewed",</a:t>
            </a:r>
          </a:p>
          <a:p>
            <a:r>
              <a:t>      "url": "https://www.marieclaire.com/beauty/best-new-beauty-products-september-2026/",</a:t>
            </a:r>
          </a:p>
          <a:p>
            <a:r>
              <a:t>      "publisher": "Marie Claire",</a:t>
            </a:r>
          </a:p>
          <a:p>
            <a:r>
              <a:t>      "published_at": "2026-10-02T18:01:50+00:00",</a:t>
            </a:r>
          </a:p>
          <a:p>
            <a:r>
              <a:t>      "kind": "editorial",</a:t>
            </a:r>
          </a:p>
          <a:p>
            <a:r>
              <a:t>      "brand": "BYOMA",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"ceramides"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"Byoma",</a:t>
            </a:r>
          </a:p>
          <a:p>
            <a:r>
              <a:t>        "tri-ceramide"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"BYOMA : peptides + tri-céramides.",</a:t>
            </a:r>
          </a:p>
          <a:p>
            <a:r>
              <a:t>        "it": "BYOMA: peptidi + tri-ceramidi."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"verification_session_date": "2026-10-08"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Hong Kong campaign",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annoncée active sept.–nov., Reels courts et découverte produit. Article du 24 septembre.",</a:t>
            </a:r>
          </a:p>
          <a:p>
            <a:r>
              <a:t>        "it": "CeraVe, Hong Kong: campagna annunciata attiva sett.–nov., Reel brevi e scoperta prodotto. Articolo del 24 settembre."</a:t>
            </a:r>
          </a:p>
          <a:p>
            <a:r>
              <a:t>      },</a:t>
            </a:r>
          </a:p>
          <a:p>
            <a:r>
              <a:t>      "in_week": false,</a:t>
            </a:r>
          </a:p>
          <a:p>
            <a:r>
              <a:t>      "verification_session_date": "2026-10-08"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"product_key": "creme-sublime-revitalisante",</a:t>
            </a:r>
          </a:p>
          <a:p>
            <a:r>
              <a:t>  "insight": {</a:t>
            </a:r>
          </a:p>
          <a:p>
            <a:r>
              <a:t>    "fr": "Faire comprendre la formule : barrière cutanée et fermeté, en deux actifs lisibles.",</a:t>
            </a:r>
          </a:p>
          <a:p>
            <a:r>
              <a:t>    "it": "Rendere comprensibile la formula: barriera cutanea e compattezza, con due attivi leggibili."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"Crème Sublime associe nutrition et fermeté. Céramides : barrière cutanée. Peptide RIGIN™ : fermeté. Cette lecture de la formule relie le soin aux actifs cités cette semaine.",</a:t>
            </a:r>
          </a:p>
          <a:p>
            <a:r>
              <a:t>      "audience": "Hypothèse de cible : personnes recherchant nutrition, confort et fermeté.",</a:t>
            </a:r>
          </a:p>
          <a:p>
            <a:r>
              <a:t>      "activation": "Feed : deux actifs, deux repères visuels. Story : question « Barrière ou fermeté ? ». Reel à tester : 6–10 s, texture puis formule. Bannière : découverte du soin.",</a:t>
            </a:r>
          </a:p>
          <a:p>
            <a:r>
              <a:t>      "measurement": "Tester le message « barrière » face à « fermeté » avec la même audience et le même budget. Comparer clics et visites de la fiche produit."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"Crème Sublime unisce nutrimento e compattezza. Ceramidi: barriera cutanea. Peptide RIGIN™: compattezza. Questa lettura della formula collega il prodotto agli attivi citati questa settimana.",</a:t>
            </a:r>
          </a:p>
          <a:p>
            <a:r>
              <a:t>      "audience": "Ipotesi di pubblico: persone che cercano nutrimento, comfort e compattezza.",</a:t>
            </a:r>
          </a:p>
          <a:p>
            <a:r>
              <a:t>      "activation": "Feed: due attivi, due richiami visivi. Story: domanda « Barriera o compattezza? ». Reel da testare: 6–10 s, texture poi formula. Banner: scoperta del trattamento.",</a:t>
            </a:r>
          </a:p>
          <a:p>
            <a:r>
              <a:t>      "measurement": "Testare « barriera » contro « compattezza » con pubblico e budget uguali. Confrontare clic e visite alla scheda prodotto."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"verification_mode": "Online verification earlier in the same session; local rendering after network approval review quota failure."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"ceramides",</a:t>
            </a:r>
          </a:p>
          <a:p>
            <a:r>
              <a:t>      "label": {</a:t>
            </a:r>
          </a:p>
          <a:p>
            <a:r>
              <a:t>        "fr": "Céramides",</a:t>
            </a:r>
          </a:p>
          <a:p>
            <a:r>
              <a:t>        "it": "Ceramidi"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"Céramides",</a:t>
            </a:r>
          </a:p>
          <a:p>
            <a:r>
              <a:t>        "it": "Ceramidi"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"CERAMIDE NP",</a:t>
            </a:r>
          </a:p>
          <a:p>
            <a:r>
              <a:t>        "CERAMIDE AP"</a:t>
            </a:r>
          </a:p>
          <a:p>
            <a:r>
              <a:t>      ],</a:t>
            </a:r>
          </a:p>
          <a:p>
            <a:r>
              <a:t>      "priority": 100,</a:t>
            </a:r>
          </a:p>
          <a:p>
            <a:r>
              <a:t>      "role": {</a:t>
            </a:r>
          </a:p>
          <a:p>
            <a:r>
              <a:t>        "fr": "Barrière cutanée",</a:t>
            </a:r>
          </a:p>
          <a:p>
            <a:r>
              <a:t>        "it": "Barriera cutanea"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"cosrx",</a:t>
            </a:r>
          </a:p>
          <a:p>
            <a:r>
              <a:t>        "byoma"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"verification_session_date": "2026-10-08"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"peptides",</a:t>
            </a:r>
          </a:p>
          <a:p>
            <a:r>
              <a:t>      "label": {</a:t>
            </a:r>
          </a:p>
          <a:p>
            <a:r>
              <a:t>        "fr": "Peptide\nRIGIN™",</a:t>
            </a:r>
          </a:p>
          <a:p>
            <a:r>
              <a:t>        "it": "Peptide\nRIGIN™"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"Peptide RIGIN™",</a:t>
            </a:r>
          </a:p>
          <a:p>
            <a:r>
              <a:t>        "it": "Peptide RIGIN™"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"PALMITOYL TETRAPEPTIDE-7"</a:t>
            </a:r>
          </a:p>
          <a:p>
            <a:r>
              <a:t>      ],</a:t>
            </a:r>
          </a:p>
          <a:p>
            <a:r>
              <a:t>      "priority": 95,</a:t>
            </a:r>
          </a:p>
          <a:p>
            <a:r>
              <a:t>      "role": {</a:t>
            </a:r>
          </a:p>
          <a:p>
            <a:r>
              <a:t>        "fr": "Fermeté",</a:t>
            </a:r>
          </a:p>
          <a:p>
            <a:r>
              <a:t>        "it": "Compattezza"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"cosrx",</a:t>
            </a:r>
          </a:p>
          <a:p>
            <a:r>
              <a:t>        "byoma"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"verification_session_date": "2026-10-08"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"Nutrimento e compattezza, in un unico trattamento.\n\nCrème Sublime Revitalisante nutre la pelle in profondità e contribuisce a renderla più soda. La sua texture ricca e fondente trasforma l’applicazione in un momento di cura.\n\nScopri Crème Sublime Revitalisante su ioma-paris.com.\n\n#IOMAParis #CrèmeSublimeRevitalisante #Skincare",</a:t>
            </a:r>
          </a:p>
          <a:p>
            <a:r>
              <a:t>  "strategy": {</a:t>
            </a:r>
          </a:p>
          <a:p>
            <a:r>
              <a:t>    "positioning": "Crème Sublime unisce nutrimento e compattezza. Ceramidi: barriera cutanea. Peptide RIGIN™: compattezza. Questa lettura della formula collega il prodotto agli attivi citati questa settimana.",</a:t>
            </a:r>
          </a:p>
          <a:p>
            <a:r>
              <a:t>    "audience": "Ipotesi di pubblico: persone che cercano nutrimento, comfort e compattezza.",</a:t>
            </a:r>
          </a:p>
          <a:p>
            <a:r>
              <a:t>    "activation": "Feed: due attivi, due richiami visivi. Story: domanda « Barriera o compattezza? ». Reel da testare: 6–10 s, texture poi formula. Banner: scoperta del trattamento.",</a:t>
            </a:r>
          </a:p>
          <a:p>
            <a:r>
              <a:t>    "measurement": "Testare « barriera » contro « compattezza » con pubblico e budget uguali. Confrontare clic e visite alla scheda prodotto."</a:t>
            </a:r>
          </a:p>
          <a:p>
            <a:r>
              <a:t>  },</a:t>
            </a:r>
          </a:p>
          <a:p>
            <a:r>
              <a:t>  "source": "https://ioma-paris.com/products/creme-sublime-revitalisante"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rnewsthailand.com/prnewswire/en/view/72075" TargetMode="External"/><Relationship Id="rId4" Type="http://schemas.openxmlformats.org/officeDocument/2006/relationships/hyperlink" Target="https://www.marieclaire.com/beauty/best-new-beauty-products-september-2026/" TargetMode="External"/><Relationship Id="rId5" Type="http://schemas.openxmlformats.org/officeDocument/2006/relationships/hyperlink" Target="https://www.marketing-interactive.com/cerave-hk-ditches-the-hard-sell-to-win-over-genz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sublime-revitalisante" TargetMode="Externa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settimana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Segnali editoriali, attivi e campagne osservate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INGREDIENTI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PUBBLICITÀ &amp; PROMOZIONI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Barriera &amp; compattezza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Rendere comprensibile la formula: barriera cutanea e compattezza, con due attivi leggibili.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3502152" cy="5029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BYOMA: peptidi + tri-ceramidi.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Ceramidi + Peptide RIGIN™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Due famiglie presenti nella formula IOMA e citate nelle fonti recenti. Selezione editoriale, non una classifica per concentrazione.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COSRX: promozione del 6–7 ottobre su peptidi e cura della barriera. Offerta conclusa.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Kong: campagna annunciata attiva sett.–nov., Reel brevi e scoperta prodotto. Articolo del 24 settembre.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Osservazione internazionale; erogazione paid e budget non verificati.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COSRX / PR Newswire · 02/10</a:t>
            </a:r>
          </a:p>
        </p:txBody>
      </p:sp>
      <p:sp>
        <p:nvSpPr>
          <p:cNvPr id="25" name="TextBox 24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Marie Claire · 02/10</a:t>
            </a:r>
          </a:p>
        </p:txBody>
      </p:sp>
      <p:sp>
        <p:nvSpPr>
          <p:cNvPr id="26" name="TextBox 25">
            <a:hlinkClick r:id="rId5"/>
          </p:cNvPr>
          <p:cNvSpPr txBox="1"/>
          <p:nvPr/>
        </p:nvSpPr>
        <p:spPr>
          <a:xfrm>
            <a:off x="8101583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[3]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Sublime Revitalisante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Dai trend ai contenuti social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IL PRODOTTO E IL COLLEGAMENTO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Crème Sublime unisce nutrimento e compattezza. Ceramidi: barriera cutanea. Peptide RIGIN™: compattezza. Questa lettura della formula collega il prodotto agli attivi citati questa settimana.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Ipotesi di pubblico: persone che cercano nutrimento, comfort e compattezza.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ATTIVAZIONE DA TESTARE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Feed: due attivi, due richiami visivi. Story: domanda « Barriera o compattezza? ». Reel da testare: 6–10 s, texture poi formula. Banner: scoperta del trattamento.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Testare « barriera » contro « compattezza » con pubblico e budget uguali. Confrontare clic e visite alla scheda prodotto.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Formula e INCI IOMA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IT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