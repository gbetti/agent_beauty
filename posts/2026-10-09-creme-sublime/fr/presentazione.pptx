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"2026-10-09T08:43:19.459670+00:00",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Sets the Fall Skincare Agenda for Amazon Prime Big Deal Days",</a:t>
            </a:r>
          </a:p>
          <a:p>
            <a:r>
              <a:t>      "url": "https://en.prnasia.com/releases/global/cosrx-sets-the-fall-skincare-agenda-for-amazon-prime-big-deal-days-550478.shtml",</a:t>
            </a:r>
          </a:p>
          <a:p>
            <a:r>
              <a:t>      "publisher": "COSRX / PR Newswire",</a:t>
            </a:r>
          </a:p>
          <a:p>
            <a:r>
              <a:t>      "published_at": "2026-10-02T14:00:00+00:00",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"COSRX : offre Prime Big Deal Days",</a:t>
            </a:r>
          </a:p>
          <a:p>
            <a:r>
              <a:t>        "it": "COSRX: offerta Prime Big Deal Days"</a:t>
            </a:r>
          </a:p>
          <a:p>
            <a:r>
              <a:t>      },</a:t>
            </a:r>
          </a:p>
          <a:p>
            <a:r>
              <a:t>      "review_note": "Primary release reread; JSON-LD timestamp is October 2 at 22:00 +08:00, confirmed as 10:00 ET by PR Newswire. October 6–7 promotion has ended. Ingredient families support editorial selection, not a RIGIN-specific trend.",</a:t>
            </a:r>
          </a:p>
          <a:p>
            <a:r>
              <a:t>      "reviewed_at": "2026-10-09T08:43:19.459670+00:00",</a:t>
            </a:r>
          </a:p>
          <a:p>
            <a:r>
              <a:t>      "in_week": true,</a:t>
            </a:r>
          </a:p>
          <a:p>
            <a:r>
              <a:t>      "checked_at": "2026-10-09T08:44:22.768219+00:00",</a:t>
            </a:r>
          </a:p>
          <a:p>
            <a:r>
              <a:t>      "content_sha256": "860a945a6f657255731ede137003d2a5911549131d39f066c858b3228f02f3ca"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"September beauty launches reviewed",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"BYOMA : peptides + tri-céramides.",</a:t>
            </a:r>
          </a:p>
          <a:p>
            <a:r>
              <a:t>        "it": "BYOMA: peptidi + tri-ceramidi."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"review_note": "Ingredient section reread; brief topical summary retained.",</a:t>
            </a:r>
          </a:p>
          <a:p>
            <a:r>
              <a:t>      "reviewed_at": "2026-10-09T08:43:19.459670+00:00",</a:t>
            </a:r>
          </a:p>
          <a:p>
            <a:r>
              <a:t>      "in_week": true,</a:t>
            </a:r>
          </a:p>
          <a:p>
            <a:r>
              <a:t>      "checked_at": "2026-10-09T08:44:22.768219+00:00",</a:t>
            </a:r>
          </a:p>
          <a:p>
            <a:r>
              <a:t>      "content_sha256": "4a2ad3ddc42832fa3640d97ba0a52c797d99523b8309076ccbccb08c03ed7583"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"review_note": "Trade article reread. Original September 24 date retained; announced September–November 2026 activity and six-second Reels confirmed. Paid delivery and spend are not verified.",</a:t>
            </a:r>
          </a:p>
          <a:p>
            <a:r>
              <a:t>      "reviewed_at": "2026-10-09T08:43:19.459670+00:00",</a:t>
            </a:r>
          </a:p>
          <a:p>
            <a:r>
              <a:t>      "in_week": false,</a:t>
            </a:r>
          </a:p>
          <a:p>
            <a:r>
              <a:t>      "checked_at": "2026-10-09T08:44:22.768219+00:00",</a:t>
            </a:r>
          </a:p>
          <a:p>
            <a:r>
              <a:t>      "content_sha256": "2d71a384a3a78314c9744ccb8d1f80146366c71af7fb37c07bb64e5e398c0e02"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"creme-sublime-revitalisante",</a:t>
            </a:r>
          </a:p>
          <a:p>
            <a:r>
              <a:t>  "insight": {</a:t>
            </a:r>
          </a:p>
          <a:p>
            <a:r>
              <a:t>    "fr": "À l’automne, relier confort et fermeté à deux repères de formule : céramides et peptide.",</a:t>
            </a:r>
          </a:p>
          <a:p>
            <a:r>
              <a:t>    "it": "In autunno, legare comfort e compattezza a due riferimenti della formula: ceramidi e peptide."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associe nutrition et fermeté. Ses céramides et son peptide RIGIN™ permettent une lecture de la formule en lien avec les familles citées cette semaine.",</a:t>
            </a:r>
          </a:p>
          <a:p>
            <a:r>
              <a:t>      "audience": "Hypothèse de cible : personnes recherchant nutrition, confort et fermeté.",</a:t>
            </a:r>
          </a:p>
          <a:p>
            <a:r>
              <a:t>      "activation": "Feed : nutrition, fermeté et deux actifs. Story : découvrir la formule. Reel à tester : 6–10 s, texture puis application. Bannière : découvrir le soin.",</a:t>
            </a:r>
          </a:p>
          <a:p>
            <a:r>
              <a:t>      "measurement": "Tester le message « barrière » face à « fermeté » avec la même audience et le même budget. Comparer clics et visites de la fiche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unisce nutrimento e compattezza. Ceramidi e peptide RIGIN™ collegano la lettura della sua formula alle famiglie citate questa settimana.",</a:t>
            </a:r>
          </a:p>
          <a:p>
            <a:r>
              <a:t>      "audience": "Ipotesi di pubblico: persone che cercano nutrimento, comfort e compattezza.",</a:t>
            </a:r>
          </a:p>
          <a:p>
            <a:r>
              <a:t>      "activation": "Feed: nutrimento, compattezza e due attivi. Story: scoperta della formula. Reel da testare: 6–10 s, texture e applicazione. Banner: scoperta del trattamento.",</a:t>
            </a:r>
          </a:p>
          <a:p>
            <a:r>
              <a:t>      "measurement": "Testare « barriera » contro « compattezza » con pubblico e budget uguali. Confrontare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lancome",</a:t>
            </a:r>
          </a:p>
          <a:p>
            <a:r>
              <a:t>          "thierry mugler",</a:t>
            </a:r>
          </a:p>
          <a:p>
            <a:r>
              <a:t>          "parfum azzaro homme",</a:t>
            </a:r>
          </a:p>
          <a:p>
            <a:r>
              <a:t>          "azzaro",</a:t>
            </a:r>
          </a:p>
          <a:p>
            <a:r>
              <a:t>          "essence maquillage"</a:t>
            </a:r>
          </a:p>
          <a:p>
            <a:r>
              <a:t>        ],</a:t>
            </a:r>
          </a:p>
          <a:p>
            <a:r>
              <a:t>        "interpretation": "Contexte beauté général ; ces recherches ne mesurent pas la demande propre à Crème Sublime."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pulsata",</a:t>
            </a:r>
          </a:p>
          <a:p>
            <a:r>
              <a:t>          "thierry mugler"</a:t>
            </a:r>
          </a:p>
          <a:p>
            <a:r>
              <a:t>        ],</a:t>
            </a:r>
          </a:p>
          <a:p>
            <a:r>
              <a:t>        "interpretation": "Contesto beauty generale: queste ricerche non misurano la domanda specifica per Crème Sublime."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"review_note": "Reviewed freshly retrieved 2–8 October category results. Retained cosmetics, perfume and retailer terms; excluded people, weather, space-week, unrelated and clinical-disease queries. Source order and scores preserved; broad beauty context is explicitly distinguished from product demand."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"Céramides et peptide RIGIN™ vérifiés dans la formule IOMA. Les sources parlent de ces familles, sans établir la popularité de RIGIN™.",</a:t>
            </a:r>
          </a:p>
          <a:p>
            <a:r>
              <a:t>    "it": "Ceramidi e peptide RIGIN™ verificati nella formula IOMA. Le fonti citano queste famiglie, senza dimostrare la popolarità di RIGIN™."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"https://ioma-paris.com/products/creme-sublime-revitalisante",</a:t>
            </a:r>
          </a:p>
          <a:p>
            <a:r>
              <a:t>    "reviewed_at": "2026-10-09T08:43:19.459670+00:00",</a:t>
            </a:r>
          </a:p>
          <a:p>
            <a:r>
              <a:t>    "verified_inci": [</a:t>
            </a:r>
          </a:p>
          <a:p>
            <a:r>
              <a:t>      "CERAMIDE NP",</a:t>
            </a:r>
          </a:p>
          <a:p>
            <a:r>
              <a:t>      "CERAMIDE AP",</a:t>
            </a:r>
          </a:p>
          <a:p>
            <a:r>
              <a:t>      "PALMITOYL TETRAPEPTIDE-7"</a:t>
            </a:r>
          </a:p>
          <a:p>
            <a:r>
              <a:t>    ],</a:t>
            </a:r>
          </a:p>
          <a:p>
            <a:r>
              <a:t>    "basis": "Official benefit, active ingredient and full INCI sections reread. Nutrition and firmness claims retained, with no numerical efficacy, hormonal, SPF or price claim. Original 2000px packshot retained.",</a:t>
            </a:r>
          </a:p>
          <a:p>
            <a:r>
              <a:t>    "availability_observed": "add_to_cart_enabled"</a:t>
            </a:r>
          </a:p>
          <a:p>
            <a:r>
              <a:t>  },</a:t>
            </a:r>
          </a:p>
          <a:p>
            <a:r>
              <a:t>  "creative_direction": {</a:t>
            </a:r>
          </a:p>
          <a:p>
            <a:r>
              <a:t>    "fr": "Nutrition et fermeté ; soie ivoire et lumière douce autour du pot officiel.",</a:t>
            </a:r>
          </a:p>
          <a:p>
            <a:r>
              <a:t>    "it": "Nutrimento e compattezza; seta avorio e luce morbida intorno al vaso ufficiale."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"2026-10-09T08:43:25.220615+00:00",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"https://trends.google.com/trends/explore?cat=143&amp;date=2026-10-02+2026-10-08&amp;geo=FR&amp;hl=fr",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41,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23,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22,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"thierry mugler",</a:t>
            </a:r>
          </a:p>
          <a:p>
            <a:r>
              <a:t>            "value": 800,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250,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"parfum azzaro homme",</a:t>
            </a:r>
          </a:p>
          <a:p>
            <a:r>
              <a:t>            "value": 100,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recherches ne mesurent pas la demande propre à Crème Sublime.",</a:t>
            </a:r>
          </a:p>
          <a:p>
            <a:r>
              <a:t>        "comparison_start": "2026-09-25",</a:t>
            </a:r>
          </a:p>
          <a:p>
            <a:r>
              <a:t>        "comparison_end": "2026-10-01",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"4f406dcba41c12d9a6ce2b19ce11b674362af6a7638625bca348a643e7f22b0d",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"2026-10-09T08:43:25.220615+00:00",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"https://trends.google.com/trends/explore?cat=143&amp;date=2026-10-02+2026-10-08&amp;geo=FR&amp;hl=fr",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"2026-10-02 2026-10-08",</a:t>
            </a:r>
          </a:p>
          <a:p>
            <a:r>
              <a:t>            "originalTimeRangeForExploreUrl": "2026-10-02 2026-10-08"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"2026-09-25 2026-10-01"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41,</a:t>
            </a:r>
          </a:p>
          <a:p>
            <a:r>
              <a:t>                    "formattedValue": "41",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33,</a:t>
            </a:r>
          </a:p>
          <a:p>
            <a:r>
              <a:t>                    "formattedValue": "33",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"/trends/explore?q=loreal&amp;date=2026-10-02+2026-10-08&amp;geo=FR"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"/trends/explore?q=avene&amp;date=2026-10-02+2026-10-08&amp;geo=FR"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17000,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"semaine mondiale de l'espace 2026",</a:t>
            </a:r>
          </a:p>
          <a:p>
            <a:r>
              <a:t>                    "value": 8700,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"/trends/explore?q=semaine+mondiale+de+l'espace+2026&amp;date=2026-10-02+2026-10-08&amp;geo=FR"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5450,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4650,</a:t>
            </a:r>
          </a:p>
          <a:p>
            <a:r>
              <a:t>                    "formattedValue": "+4 650 %",</a:t>
            </a:r>
          </a:p>
          <a:p>
            <a:r>
              <a:t>                    "link": "/trends/explore?q=la-roche-sur-yon.com&amp;date=2026-10-02+2026-10-08&amp;geo=FR"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4150,</a:t>
            </a:r>
          </a:p>
          <a:p>
            <a:r>
              <a:t>                    "formattedValue": "+4 150 %",</a:t>
            </a:r>
          </a:p>
          <a:p>
            <a:r>
              <a:t>                    "link": "/trends/explore?q=prince+waly&amp;date=2026-10-02+2026-10-08&amp;geo=FR"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3550,</a:t>
            </a:r>
          </a:p>
          <a:p>
            <a:r>
              <a:t>                    "formattedValue": "+3 550 %",</a:t>
            </a:r>
          </a:p>
          <a:p>
            <a:r>
              <a:t>                    "link": "/trends/explore?q=poisson+chauve+souris+%C3%A0+l%C3%A8vres+rouges&amp;date=2026-10-02+2026-10-08&amp;geo=FR"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450,</a:t>
            </a:r>
          </a:p>
          <a:p>
            <a:r>
              <a:t>                    "formattedValue": "+450 %",</a:t>
            </a:r>
          </a:p>
          <a:p>
            <a:r>
              <a:t>                    "link": "/trends/explore?q=hazel+eyes&amp;date=2026-10-02+2026-10-08&amp;geo=FR"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"/trends/explore?q=ectoplasma+masaki&amp;date=2026-10-02+2026-10-08&amp;geo=FR"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"/trends/explore?q=mugler&amp;date=2026-10-02+2026-10-08&amp;geo=FR"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azzaro homme",</a:t>
            </a:r>
          </a:p>
          <a:p>
            <a:r>
              <a:t>                    "value": 100,</a:t>
            </a:r>
          </a:p>
          <a:p>
            <a:r>
              <a:t>                    "formattedValue": "+100 %",</a:t>
            </a:r>
          </a:p>
          <a:p>
            <a:r>
              <a:t>                    "link": "/trends/explore?q=parfum+azzaro+homme&amp;date=2026-10-02+2026-10-08&amp;geo=FR"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"azzaro",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"/trends/explore?q=azzaro&amp;date=2026-10-02+2026-10-08&amp;geo=FR"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"/trends/explore?q=juliette+has+a+gun&amp;date=2026-10-02+2026-10-08&amp;geo=FR"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"/trends/explore?q=divain+parfum&amp;date=2026-10-02+2026-10-08&amp;geo=FR"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"essence maquillage",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"/trends/explore?q=essence+maquillage&amp;date=2026-10-02+2026-10-08&amp;geo=FR"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"2026-10-09T08:43:26.482419+00:00",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"https://trends.google.com/trends/explore?cat=143&amp;date=2026-10-02+2026-10-08&amp;geo=IT&amp;hl=it",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93,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36,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27,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"thierry mugler",</a:t>
            </a:r>
          </a:p>
          <a:p>
            <a:r>
              <a:t>            "value": 750,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"cicaplast baume b5 la roche posay",</a:t>
            </a:r>
          </a:p>
          <a:p>
            <a:r>
              <a:t>            "value": 250,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"medicube zero pore",</a:t>
            </a:r>
          </a:p>
          <a:p>
            <a:r>
              <a:t>            "value": 80,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queste ricerche non misurano la domanda specifica per Crème Sublime.",</a:t>
            </a:r>
          </a:p>
          <a:p>
            <a:r>
              <a:t>        "comparison_start": "2026-09-25",</a:t>
            </a:r>
          </a:p>
          <a:p>
            <a:r>
              <a:t>        "comparison_end": "2026-10-01",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"bee8b41bbdab53cc2f088805db4a2dc553a1d03b28ae5dfe7b7109056bdf90ce",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"2026-10-09T08:43:26.482419+00:00",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"https://trends.google.com/trends/explore?cat=143&amp;date=2026-10-02+2026-10-08&amp;geo=IT&amp;hl=it",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"2026-10-02 2026-10-08",</a:t>
            </a:r>
          </a:p>
          <a:p>
            <a:r>
              <a:t>            "originalTimeRangeForExploreUrl": "2026-10-02 2026-10-08"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"2026-09-25 2026-10-01"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93,</a:t>
            </a:r>
          </a:p>
          <a:p>
            <a:r>
              <a:t>                    "formattedValue": "93",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27,</a:t>
            </a:r>
          </a:p>
          <a:p>
            <a:r>
              <a:t>                    "formattedValue": "27",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"makeup",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"/trends/explore?q=makeup&amp;date=2026-10-02+2026-10-08&amp;geo=IT"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"/trends/explore?q=avene&amp;date=2026-10-02+2026-10-08&amp;geo=IT"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65050,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"settimana mondiale dello spazio 2026",</a:t>
            </a:r>
          </a:p>
          <a:p>
            <a:r>
              <a:t>                    "value": 6500,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"/trends/explore?q=settimana+mondiale+dello+spazio+2026&amp;date=2026-10-02+2026-10-08&amp;geo=IT"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"world space week 2026",</a:t>
            </a:r>
          </a:p>
          <a:p>
            <a:r>
              <a:t>                    "value": 1100,</a:t>
            </a:r>
          </a:p>
          <a:p>
            <a:r>
              <a:t>                    "formattedValue": "+1.100%",</a:t>
            </a:r>
          </a:p>
          <a:p>
            <a:r>
              <a:t>                    "link": "/trends/explore?q=world+space+week+2026&amp;date=2026-10-02+2026-10-08&amp;geo=IT"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"/trends/explore?q=thierry+mugler&amp;date=2026-10-02+2026-10-08&amp;geo=IT"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"/trends/explore?q=hazel+eyes&amp;date=2026-10-02+2026-10-08&amp;geo=IT"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"cicaplast baume b5 la roche posay",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"/trends/explore?q=cicaplast+baume+b5+la+roche+posay&amp;date=2026-10-02+2026-10-08&amp;geo=IT"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roma",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"/trends/explore?q=meteo+roma&amp;date=2026-10-02+2026-10-08&amp;geo=IT"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"basalioma naso",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"/trends/explore?q=basalioma+naso&amp;date=2026-10-02+2026-10-08&amp;geo=IT"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"/trends/explore?q=whatsapp+web&amp;date=2026-10-02+2026-10-08&amp;geo=IT"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"melasma",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"/trends/explore?q=melasma&amp;date=2026-10-02+2026-10-08&amp;geo=IT"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crema",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"/trends/explore?q=meteo+crema&amp;date=2026-10-02+2026-10-08&amp;geo=IT"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50,</a:t>
            </a:r>
          </a:p>
          <a:p>
            <a:r>
              <a:t>                    "formattedValue": "+50%",</a:t>
            </a:r>
          </a:p>
          <a:p>
            <a:r>
              <a:t>                    "link": "/trends/explore?q=meteo+di+domani&amp;date=2026-10-02+2026-10-08&amp;geo=IT"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50,</a:t>
            </a:r>
          </a:p>
          <a:p>
            <a:r>
              <a:t>                    "formattedValue": "+50%",</a:t>
            </a:r>
          </a:p>
          <a:p>
            <a:r>
              <a:t>                    "link": "/trends/explore?q=meteo&amp;date=2026-10-02+2026-10-08&amp;geo=IT"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"ceramides",</a:t>
            </a:r>
          </a:p>
          <a:p>
            <a:r>
              <a:t>      "label":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"CERAMIDE NP",</a:t>
            </a:r>
          </a:p>
          <a:p>
            <a:r>
              <a:t>        "CERAMIDE AP"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"Barrière cutanée",</a:t>
            </a:r>
          </a:p>
          <a:p>
            <a:r>
              <a:t>        "it": "Barriera cutanea"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"2026-10-09T08:44:22.768219+00:00"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"2026-10-09T08:44:22.768219+00:00"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"La nutrition et la fermeté, dans un même soin.\n\nCrème Sublime Revitalisante nourrit la peau en profondeur et contribue à une peau plus ferme. Sa texture riche et fondante transforme l’application en un moment de soin.\n\nDécouvrez Crème Sublime Revitalisante sur ioma-paris.com.\n\n#IOMAParis #CrèmeSublimeRevitalisante #SoinVisage",</a:t>
            </a:r>
          </a:p>
          <a:p>
            <a:r>
              <a:t>  "strategy": {</a:t>
            </a:r>
          </a:p>
          <a:p>
            <a:r>
              <a:t>    "positioning": "Crème Sublime associe nutrition et fermeté. Ses céramides et son peptide RIGIN™ permettent une lecture de la formule en lien avec les familles citées cette semaine.",</a:t>
            </a:r>
          </a:p>
          <a:p>
            <a:r>
              <a:t>    "audience": "Hypothèse de cible : personnes recherchant nutrition, confort et fermeté.",</a:t>
            </a:r>
          </a:p>
          <a:p>
            <a:r>
              <a:t>    "activation": "Feed : nutrition, fermeté et deux actifs. Story : découvrir la formule. Reel à tester : 6–10 s, texture puis application. Bannière : découvrir le soin.",</a:t>
            </a:r>
          </a:p>
          <a:p>
            <a:r>
              <a:t>    "measurement": "Tester le message « barrière » face à « fermeté » avec la même audience et le même budget. Comparer clics et visites de la fiche produit."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"2026-10-09T08:43:25.220615+00:00",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"2026-10-02",</a:t>
            </a:r>
          </a:p>
          <a:p>
            <a:r>
              <a:t>    "period_end": "2026-10-08",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"https://trends.google.com/trends/explore?cat=143&amp;date=2026-10-02+2026-10-08&amp;geo=FR&amp;hl=fr",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"parfum",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41,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"ongle",</a:t>
            </a:r>
          </a:p>
          <a:p>
            <a:r>
              <a:t>        "value": 23,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"nocibe",</a:t>
            </a:r>
          </a:p>
          <a:p>
            <a:r>
              <a:t>        "value": 22,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"ongles",</a:t>
            </a:r>
          </a:p>
          <a:p>
            <a:r>
              <a:t>        "value": 17,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"thierry mugler",</a:t>
            </a:r>
          </a:p>
          <a:p>
            <a:r>
              <a:t>        "value": 800,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"mugler",</a:t>
            </a:r>
          </a:p>
          <a:p>
            <a:r>
              <a:t>        "value": 250,</a:t>
            </a:r>
          </a:p>
          <a:p>
            <a:r>
              <a:t>        "source_rank": 10,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"parfum azzaro homme",</a:t>
            </a:r>
          </a:p>
          <a:p>
            <a:r>
              <a:t>        "value": 100,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"Contexte beauté général ; ces recherches ne mesurent pas la demande propre à Crème Sublime.",</a:t>
            </a:r>
          </a:p>
          <a:p>
            <a:r>
              <a:t>    "comparison_start": "2026-09-25",</a:t>
            </a:r>
          </a:p>
          <a:p>
            <a:r>
              <a:t>    "comparison_end": "2026-10-01",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"4f406dcba41c12d9a6ce2b19ce11b674362af6a7638625bca348a643e7f22b0d",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"2026-10-09T08:43:25.220615+00:00",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"2026-10-02",</a:t>
            </a:r>
          </a:p>
          <a:p>
            <a:r>
              <a:t>    "period_end": "2026-10-08",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"https://trends.google.com/trends/explore?cat=143&amp;date=2026-10-02+2026-10-08&amp;geo=FR&amp;hl=fr",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"2026-10-02 2026-10-08",</a:t>
            </a:r>
          </a:p>
          <a:p>
            <a:r>
              <a:t>        "originalTimeRangeForExploreUrl": "2026-10-02 2026-10-08"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"2026-09-25 2026-10-01"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41,</a:t>
            </a:r>
          </a:p>
          <a:p>
            <a:r>
              <a:t>                "formattedValue": "41",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"homme",</a:t>
            </a:r>
          </a:p>
          <a:p>
            <a:r>
              <a:t>                "value": 33,</a:t>
            </a:r>
          </a:p>
          <a:p>
            <a:r>
              <a:t>                "formattedValue": "33",</a:t>
            </a:r>
          </a:p>
          <a:p>
            <a:r>
              <a:t>                "hasData": true,</a:t>
            </a:r>
          </a:p>
          <a:p>
            <a:r>
              <a:t>                "link": "/trends/explore?q=homme&amp;date=2026-10-02+2026-10-08&amp;geo=FR"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"pied",</a:t>
            </a:r>
          </a:p>
          <a:p>
            <a:r>
              <a:t>                "value": 20,</a:t>
            </a:r>
          </a:p>
          <a:p>
            <a:r>
              <a:t>                "formattedValue": "20",</a:t>
            </a:r>
          </a:p>
          <a:p>
            <a:r>
              <a:t>                "hasData": true,</a:t>
            </a:r>
          </a:p>
          <a:p>
            <a:r>
              <a:t>                "link": "/trends/explore?q=pied&amp;date=2026-10-02+2026-10-08&amp;geo=FR"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"ongles",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"/trends/explore?q=ongles&amp;date=2026-10-02+2026-10-08&amp;geo=FR"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16,</a:t>
            </a:r>
          </a:p>
          <a:p>
            <a:r>
              <a:t>                "formattedValue": "16",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"loreal",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"/trends/explore?q=loreal&amp;date=2026-10-02+2026-10-08&amp;geo=FR"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"/trends/explore?q=avene&amp;date=2026-10-02+2026-10-08&amp;geo=FR"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"pemphigus paranéoplasique",</a:t>
            </a:r>
          </a:p>
          <a:p>
            <a:r>
              <a:t>                "value": 17000,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"/trends/explore?q=pemphigus+paran%C3%A9oplasique&amp;date=2026-10-02+2026-10-08&amp;geo=FR"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"semaine mondiale de l'espace 2026",</a:t>
            </a:r>
          </a:p>
          <a:p>
            <a:r>
              <a:t>                "value": 8700,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"/trends/explore?q=semaine+mondiale+de+l'espace+2026&amp;date=2026-10-02+2026-10-08&amp;geo=FR"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5450,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"/trends/explore?q=jeremy+gilbert&amp;date=2026-10-02+2026-10-08&amp;geo=FR"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"la-roche-sur-yon.com",</a:t>
            </a:r>
          </a:p>
          <a:p>
            <a:r>
              <a:t>                "value": 4650,</a:t>
            </a:r>
          </a:p>
          <a:p>
            <a:r>
              <a:t>                "formattedValue": "+4 650 %",</a:t>
            </a:r>
          </a:p>
          <a:p>
            <a:r>
              <a:t>                "link": "/trends/explore?q=la-roche-sur-yon.com&amp;date=2026-10-02+2026-10-08&amp;geo=FR"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"prince waly",</a:t>
            </a:r>
          </a:p>
          <a:p>
            <a:r>
              <a:t>                "value": 4150,</a:t>
            </a:r>
          </a:p>
          <a:p>
            <a:r>
              <a:t>                "formattedValue": "+4 150 %",</a:t>
            </a:r>
          </a:p>
          <a:p>
            <a:r>
              <a:t>                "link": "/trends/explore?q=prince+waly&amp;date=2026-10-02+2026-10-08&amp;geo=FR"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"poisson chauve souris à lèvres rouges",</a:t>
            </a:r>
          </a:p>
          <a:p>
            <a:r>
              <a:t>                "value": 3550,</a:t>
            </a:r>
          </a:p>
          <a:p>
            <a:r>
              <a:t>                "formattedValue": "+3 550 %",</a:t>
            </a:r>
          </a:p>
          <a:p>
            <a:r>
              <a:t>                "link": "/trends/explore?q=poisson+chauve+souris+%C3%A0+l%C3%A8vres+rouges&amp;date=2026-10-02+2026-10-08&amp;geo=FR"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800,</a:t>
            </a:r>
          </a:p>
          <a:p>
            <a:r>
              <a:t>                "formattedValue": "+800 %",</a:t>
            </a:r>
          </a:p>
          <a:p>
            <a:r>
              <a:t>                "link": "/trends/explore?q=thierry+mugler&amp;date=2026-10-02+2026-10-08&amp;geo=FR"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"hazel eyes",</a:t>
            </a:r>
          </a:p>
          <a:p>
            <a:r>
              <a:t>                "value": 450,</a:t>
            </a:r>
          </a:p>
          <a:p>
            <a:r>
              <a:t>                "formattedValue": "+450 %",</a:t>
            </a:r>
          </a:p>
          <a:p>
            <a:r>
              <a:t>                "link": "/trends/explore?q=hazel+eyes&amp;date=2026-10-02+2026-10-08&amp;geo=FR"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"ectoplasma masaki",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"/trends/explore?q=ectoplasma+masaki&amp;date=2026-10-02+2026-10-08&amp;geo=FR"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"mugler",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"/trends/explore?q=mugler&amp;date=2026-10-02+2026-10-08&amp;geo=FR"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azzaro homme",</a:t>
            </a:r>
          </a:p>
          <a:p>
            <a:r>
              <a:t>                "value": 100,</a:t>
            </a:r>
          </a:p>
          <a:p>
            <a:r>
              <a:t>                "formattedValue": "+100 %",</a:t>
            </a:r>
          </a:p>
          <a:p>
            <a:r>
              <a:t>                "link": "/trends/explore?q=parfum+azzaro+homme&amp;date=2026-10-02+2026-10-08&amp;geo=FR"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"azzaro",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"/trends/explore?q=azzaro&amp;date=2026-10-02+2026-10-08&amp;geo=FR"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"juliette has a gun",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"/trends/explore?q=juliette+has+a+gun&amp;date=2026-10-02+2026-10-08&amp;geo=FR"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"divain parfum",</a:t>
            </a:r>
          </a:p>
          <a:p>
            <a:r>
              <a:t>                "value": 60,</a:t>
            </a:r>
          </a:p>
          <a:p>
            <a:r>
              <a:t>                "formattedValue": "+60 %",</a:t>
            </a:r>
          </a:p>
          <a:p>
            <a:r>
              <a:t>                "link": "/trends/explore?q=divain+parfum&amp;date=2026-10-02+2026-10-08&amp;geo=FR"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"essence maquillage",</a:t>
            </a:r>
          </a:p>
          <a:p>
            <a:r>
              <a:t>                "value": 40,</a:t>
            </a:r>
          </a:p>
          <a:p>
            <a:r>
              <a:t>                "formattedValue": "+40 %",</a:t>
            </a:r>
          </a:p>
          <a:p>
            <a:r>
              <a:t>                "link": "/trends/explore?q=essence+maquillage&amp;date=2026-10-02+2026-10-08&amp;geo=FR"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"cosrx",</a:t>
            </a:r>
          </a:p>
          <a:p>
            <a:r>
              <a:t>    "title": "COSRX Sets the Fall Skincare Agenda for Amazon Prime Big Deal Days",</a:t>
            </a:r>
          </a:p>
          <a:p>
            <a:r>
              <a:t>    "url": "https://en.prnasia.com/releases/global/cosrx-sets-the-fall-skincare-agenda-for-amazon-prime-big-deal-days-550478.shtml",</a:t>
            </a:r>
          </a:p>
          <a:p>
            <a:r>
              <a:t>    "publisher": "COSRX / PR Newswire",</a:t>
            </a:r>
          </a:p>
          <a:p>
            <a:r>
              <a:t>    "published_at": "2026-10-02T14:00:00+00:00",</a:t>
            </a:r>
          </a:p>
          <a:p>
            <a:r>
              <a:t>    "kind": "brand_promotion",</a:t>
            </a:r>
          </a:p>
          <a:p>
            <a:r>
              <a:t>    "brand": "COSRX",</a:t>
            </a:r>
          </a:p>
          <a:p>
            <a:r>
              <a:t>    "event_start": "2026-10-06",</a:t>
            </a:r>
          </a:p>
          <a:p>
            <a:r>
              <a:t>    "event_end": "2026-10-07",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"barrier"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"Peptide",</a:t>
            </a:r>
          </a:p>
          <a:p>
            <a:r>
              <a:t>      "Ceramide",</a:t>
            </a:r>
          </a:p>
          <a:p>
            <a:r>
              <a:t>      "October 6"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"COSRX : offre des 6–7 octobre centrée sur peptides et soin de la barrière. Promotion terminée.",</a:t>
            </a:r>
          </a:p>
          <a:p>
            <a:r>
              <a:t>      "it": "COSRX: promozione del 6–7 ottobre su peptidi e cura della barriera. Offerta conclusa."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"COSRX : offre Prime Big Deal Days",</a:t>
            </a:r>
          </a:p>
          <a:p>
            <a:r>
              <a:t>      "it": "COSRX: offerta Prime Big Deal Days"</a:t>
            </a:r>
          </a:p>
          <a:p>
            <a:r>
              <a:t>    },</a:t>
            </a:r>
          </a:p>
          <a:p>
            <a:r>
              <a:t>    "review_note": "Primary release reread; JSON-LD timestamp is October 2 at 22:00 +08:00, confirmed as 10:00 ET by PR Newswire. October 6–7 promotion has ended. Ingredient families support editorial selection, not a RIGIN-specific trend.",</a:t>
            </a:r>
          </a:p>
          <a:p>
            <a:r>
              <a:t>    "reviewed_at": "2026-10-09T08:43:19.459670+00:00",</a:t>
            </a:r>
          </a:p>
          <a:p>
            <a:r>
              <a:t>    "in_week": true,</a:t>
            </a:r>
          </a:p>
          <a:p>
            <a:r>
              <a:t>    "checked_at": "2026-10-09T08:44:22.768219+00:00",</a:t>
            </a:r>
          </a:p>
          <a:p>
            <a:r>
              <a:t>    "content_sha256": "860a945a6f657255731ede137003d2a5911549131d39f066c858b3228f02f3ca"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"byoma",</a:t>
            </a:r>
          </a:p>
          <a:p>
            <a:r>
              <a:t>    "title": "September beauty launches reviewed",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"BYOMA",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"Byoma",</a:t>
            </a:r>
          </a:p>
          <a:p>
            <a:r>
              <a:t>      "tri-ceramide"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"BYOMA : peptides + tri-céramides.",</a:t>
            </a:r>
          </a:p>
          <a:p>
            <a:r>
              <a:t>      "it": "BYOMA: peptidi + tri-ceramidi."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"review_note": "Ingredient section reread; brief topical summary retained.",</a:t>
            </a:r>
          </a:p>
          <a:p>
            <a:r>
              <a:t>    "reviewed_at": "2026-10-09T08:43:19.459670+00:00",</a:t>
            </a:r>
          </a:p>
          <a:p>
            <a:r>
              <a:t>    "in_week": true,</a:t>
            </a:r>
          </a:p>
          <a:p>
            <a:r>
              <a:t>    "checked_at": "2026-10-09T08:44:22.768219+00:00",</a:t>
            </a:r>
          </a:p>
          <a:p>
            <a:r>
              <a:t>    "content_sha256": "4a2ad3ddc42832fa3640d97ba0a52c797d99523b8309076ccbccb08c03ed7583"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"review_note": "Trade article reread. Original September 24 date retained; announced September–November 2026 activity and six-second Reels confirmed. Paid delivery and spend are not verified.",</a:t>
            </a:r>
          </a:p>
          <a:p>
            <a:r>
              <a:t>    "reviewed_at": "2026-10-09T08:43:19.459670+00:00",</a:t>
            </a:r>
          </a:p>
          <a:p>
            <a:r>
              <a:t>    "in_week": false,</a:t>
            </a:r>
          </a:p>
          <a:p>
            <a:r>
              <a:t>    "checked_at": "2026-10-09T08:44:22.768219+00:00",</a:t>
            </a:r>
          </a:p>
          <a:p>
            <a:r>
              <a:t>    "content_sha256": "2d71a384a3a78314c9744ccb8d1f80146366c71af7fb37c07bb64e5e398c0e02"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n.prnasia.com/releases/global/cosrx-sets-the-fall-skincare-agenda-for-amazon-prime-big-deal-days-550478.shtml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2+2026-10-08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en.prnasia.com/releases/global/cosrx-sets-the-fall-skincare-agenda-for-amazon-prime-big-deal-days-550478.shtml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09.10.2026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Barrière &amp; fermeté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À l’automne, relier confort et fermeté à deux repères de formule : céramides et peptide.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BYOMA : peptides + tri-céramides.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Céramides + Peptide RIGIN™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Céramides et peptide RIGIN™ vérifiés dans la formule IOMA. Les sources parlent de ces familles, sans établir la popularité de RIGIN™.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 : offre des 6–7 octobre centrée sur peptides et soin de la barrière. Promotion terminée.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annoncée active sept.–nov., Reels courts et découverte produit. Article du 24 septembre.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09.10.2026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associe nutrition et fermeté. Ses céramides et son peptide RIGIN™ permettent une lecture de la formule en lien avec les familles citées cette semaine.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nutrition, confort et fermeté.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 : nutrition, fermeté et deux actifs. Story : découvrir la formule. Reel à tester : 6–10 s, texture puis application. Bannière : découvrir le soin.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Tester le message « barrière » face à « fermeté » avec la même audience et le même budget. Comparer clics et visites de la fiche produit.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parfum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nocibe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thierry mugler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+800 %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mugler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parfum azzaro homme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+100 %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25.09.2026–01.10.2026.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Contexte beauté général ; ces recherches ne mesurent pas la demande propre à Crème Sublime.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09.10.2026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ARTICLE ÉDITORIAL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Nouveautés beauté de septembre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l’article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COSRX / PR Newswire  ·  02.10.2026  ·  COMMUNIQUÉ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COSRX : offre Prime Big Deal Days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Lire le communiqué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