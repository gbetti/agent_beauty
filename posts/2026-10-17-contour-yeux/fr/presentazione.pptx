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"2026-10-17T10:35:12.424880+00:00",</a:t>
            </a:r>
          </a:p>
          <a:p>
            <a:r>
              <a:t>  "product_key": "creme-genereuse-contour-des-yeux",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"gh-october",</a:t>
            </a:r>
          </a:p>
          <a:p>
            <a:r>
              <a:t>      "title": "15 New Beauty Products Our Pros Are Obsessed With For October",</a:t>
            </a:r>
          </a:p>
          <a:p>
            <a:r>
              <a:t>      "url": "https://www.goodhousekeeping.com/beauty/a74108402/best-new-beauty-products-october-2026/",</a:t>
            </a:r>
          </a:p>
          <a:p>
            <a:r>
              <a:t>      "publisher": "Good Housekeeping",</a:t>
            </a:r>
          </a:p>
          <a:p>
            <a:r>
              <a:t>      "published_at": "2026-10-14T14:58:40+00:00",</a:t>
            </a:r>
          </a:p>
          <a:p>
            <a:r>
              <a:t>      "kind": "editorial",</a:t>
            </a:r>
          </a:p>
          <a:p>
            <a:r>
              <a:t>      "topics": [</a:t>
            </a:r>
          </a:p>
          <a:p>
            <a:r>
              <a:t>        "seasonal_comfort"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 14, 2026",</a:t>
            </a:r>
          </a:p>
          <a:p>
            <a:r>
              <a:t>        "multitasking",</a:t>
            </a:r>
          </a:p>
          <a:p>
            <a:r>
              <a:t>        "softening skincare"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"Good Housekeeping : soins polyvalents et confort pour l’automne.",</a:t>
            </a:r>
          </a:p>
          <a:p>
            <a:r>
              <a:t>        "it": "Good Housekeeping: trattamenti versatili e comfort per l’autunno."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"Les 15 nouveautés beauté d’octobre",</a:t>
            </a:r>
          </a:p>
          <a:p>
            <a:r>
              <a:t>        "it": "Le 15 novità beauty di ottobre"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"2026-10-17T10:38:17.386610+00:00",</a:t>
            </a:r>
          </a:p>
          <a:p>
            <a:r>
              <a:t>      "content_sha256": "8a791c2194b4adaec1f919da3d99d8bc4d2b640219e73385514359c9c20a3d05"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"arpy-eye",</a:t>
            </a:r>
          </a:p>
          <a:p>
            <a:r>
              <a:t>      "title": "peptide eye cream: what’s in it, and how and when to use it",</a:t>
            </a:r>
          </a:p>
          <a:p>
            <a:r>
              <a:t>      "url": "https://arpyskin.com/blogs/guides/peptide-eye-cream",</a:t>
            </a:r>
          </a:p>
          <a:p>
            <a:r>
              <a:t>      "publisher": "arpy",</a:t>
            </a:r>
          </a:p>
          <a:p>
            <a:r>
              <a:t>      "published_at": "2026-10-15T00:00:00+00:00",</a:t>
            </a:r>
          </a:p>
          <a:p>
            <a:r>
              <a:t>      "kind": "brand_promotion",</a:t>
            </a:r>
          </a:p>
          <a:p>
            <a:r>
              <a:t>      "brand": "arpy",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"vitamin-e"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"October 15, 2026",</a:t>
            </a:r>
          </a:p>
          <a:p>
            <a:r>
              <a:t>        "peptides",</a:t>
            </a:r>
          </a:p>
          <a:p>
            <a:r>
              <a:t>        "tocopherol: vitamin 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"arpy : contenu de marque du 15 octobre sur les peptides du contour des yeux. Ce n’est pas une annonce payante vérifiée.",</a:t>
            </a:r>
          </a:p>
          <a:p>
            <a:r>
              <a:t>        "it": "arpy: contenuto del marchio del 15 ottobre sui peptidi nel contorno occhi. Non è una campagna paid verificata."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"Peptides &amp; contour des yeux : guide de marque",</a:t>
            </a:r>
          </a:p>
          <a:p>
            <a:r>
              <a:t>        "it": "Peptidi e contorno occhi: guida del marchio"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"2026-10-17T10:38:17.386610+00:00",</a:t>
            </a:r>
          </a:p>
          <a:p>
            <a:r>
              <a:t>      "content_sha256": "cbce1db860363e11a140b43e6a35d78827f99db36beb09fcab1693894ec6d93d"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prévue sept.–nov. 2026, dont Reels de 6 s. Article du 24 septembre.",</a:t>
            </a:r>
          </a:p>
          <a:p>
            <a:r>
              <a:t>        "it": "CeraVe, Hong Kong: campagna prevista sett.–nov. 2026, con Reel da 6 s.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"2026-10-17T10:38:17.386610+00:00",</a:t>
            </a:r>
          </a:p>
          <a:p>
            <a:r>
              <a:t>      "content_sha256": "ba64e8691ba4a188b671d479a1553dda3e3d8e75bcb171aa48d65b9470addc6c"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"signal_title": {</a:t>
            </a:r>
          </a:p>
          <a:p>
            <a:r>
              <a:t>    "fr": "Le soin ciblé",</a:t>
            </a:r>
          </a:p>
          <a:p>
            <a:r>
              <a:t>    "it": "La cura mirata"</a:t>
            </a:r>
          </a:p>
          <a:p>
            <a:r>
              <a:t>  },</a:t>
            </a:r>
          </a:p>
          <a:p>
            <a:r>
              <a:t>  "insight": {</a:t>
            </a:r>
          </a:p>
          <a:p>
            <a:r>
              <a:t>    "fr": "Angle proposé : associer le confort de la routine à un soin ciblé pour les rides du regard.",</a:t>
            </a:r>
          </a:p>
          <a:p>
            <a:r>
              <a:t>    "it": "Angolo proposto: unire il comfort della routine a un trattamento mirato per le rughe del contorno occhi."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Généreuse lisse les rides et aide à raffermir le contour des yeux. Peptides et vitamine E : présents dans son INCI et cités dans le récent contenu arpy.",</a:t>
            </a:r>
          </a:p>
          <a:p>
            <a:r>
              <a:t>      "audience": "Hypothèse de cible : personnes recherchant un soin ciblé pour les rides du contour des yeux.",</a:t>
            </a:r>
          </a:p>
          <a:p>
            <a:r>
              <a:t>      "activation": "Feed : bénéfice + deux actifs lisibles. Story : focus sur le geste. Reel à tester : 6–10 s, packshot puis texture. Bannière : découverte du soin.",</a:t>
            </a:r>
          </a:p>
          <a:p>
            <a:r>
              <a:t>      "measurement": "Tester « lisser les ridules » face à « raffermir » à audience et budget égaux. Comparer clics et visites produit."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Généreuse leviga le rughe e aiuta a rassodare il contorno occhi. Peptidi e vitamina E: presenti nel suo INCI e citati nel recente contenuto arpy.",</a:t>
            </a:r>
          </a:p>
          <a:p>
            <a:r>
              <a:t>      "audience": "Ipotesi di pubblico: persone che cercano una cura mirata per le rughe del contorno occhi.",</a:t>
            </a:r>
          </a:p>
          <a:p>
            <a:r>
              <a:t>      "activation": "Feed: beneficio e due attivi leggibili. Story: focus sul gesto. Reel da testare: 6–10 s, packshot e texture. Banner: scoperta del trattamento.",</a:t>
            </a:r>
          </a:p>
          <a:p>
            <a:r>
              <a:t>      "measurement": "Testare « levigare le linee sottili » contro « rassodare » con pubblico e budget uguali. Confrontare clic e visite prodotto."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"crème",</a:t>
            </a:r>
          </a:p>
          <a:p>
            <a:r>
              <a:t>          "yves rocher",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"lancome",</a:t>
            </a:r>
          </a:p>
          <a:p>
            <a:r>
              <a:t>          "la roche posay",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"joyca parfum",</a:t>
            </a:r>
          </a:p>
          <a:p>
            <a:r>
              <a:t>          "parfum joyca",</a:t>
            </a:r>
          </a:p>
          <a:p>
            <a:r>
              <a:t>          "sephora macon",</a:t>
            </a:r>
          </a:p>
          <a:p>
            <a:r>
              <a:t>          "musc ravageur",</a:t>
            </a:r>
          </a:p>
          <a:p>
            <a:r>
              <a:t>          "vernis rouge",</a:t>
            </a:r>
          </a:p>
          <a:p>
            <a:r>
              <a:t>          "anti cerne essence",</a:t>
            </a:r>
          </a:p>
          <a:p>
            <a:r>
              <a:t>          "amouage decision",</a:t>
            </a:r>
          </a:p>
          <a:p>
            <a:r>
              <a:t>          "essence maquillage"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"crema",</a:t>
            </a:r>
          </a:p>
          <a:p>
            <a:r>
              <a:t>          "crema viso",</a:t>
            </a:r>
          </a:p>
          <a:p>
            <a:r>
              <a:t>          "crema idratante",</a:t>
            </a:r>
          </a:p>
          <a:p>
            <a:r>
              <a:t>          "roche posay",</a:t>
            </a:r>
          </a:p>
          <a:p>
            <a:r>
              <a:t>          "contorno occhi",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"la roche posay",</a:t>
            </a:r>
          </a:p>
          <a:p>
            <a:r>
              <a:t>          "skincare",</a:t>
            </a:r>
          </a:p>
          <a:p>
            <a:r>
              <a:t>          "acne",</a:t>
            </a:r>
          </a:p>
          <a:p>
            <a:r>
              <a:t>          "avene",</a:t>
            </a:r>
          </a:p>
          <a:p>
            <a:r>
              <a:t>          "caudalie"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"olio di oliva crema notte 50 ml",</a:t>
            </a:r>
          </a:p>
          <a:p>
            <a:r>
              <a:t>          "crema idratante viso",</a:t>
            </a:r>
          </a:p>
          <a:p>
            <a:r>
              <a:t>          "ascella",</a:t>
            </a:r>
          </a:p>
          <a:p>
            <a:r>
              <a:t>          "crema idratante",</a:t>
            </a:r>
          </a:p>
          <a:p>
            <a:r>
              <a:t>          "inglot"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"2026-10-17T10:38:17.386610+00:00",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"2026-10-10",</a:t>
            </a:r>
          </a:p>
          <a:p>
            <a:r>
              <a:t>        "period_end": "2026-10-16",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"https://trends.google.com/trends/explore?cat=143&amp;date=2026-10-10+2026-10-16&amp;geo=FR&amp;hl=fr",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15,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"vichy",</a:t>
            </a:r>
          </a:p>
          <a:p>
            <a:r>
              <a:t>            "value": 11,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"guerlain",</a:t>
            </a:r>
          </a:p>
          <a:p>
            <a:r>
              <a:t>            "value": 9,</a:t>
            </a:r>
          </a:p>
          <a:p>
            <a:r>
              <a:t>            "source_rank": 13,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"chanel",</a:t>
            </a:r>
          </a:p>
          <a:p>
            <a:r>
              <a:t>            "value": 8,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"caudalie",</a:t>
            </a:r>
          </a:p>
          <a:p>
            <a:r>
              <a:t>            "value": 6,</a:t>
            </a:r>
          </a:p>
          <a:p>
            <a:r>
              <a:t>            "source_rank": 21,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"parfum joyca",</a:t>
            </a:r>
          </a:p>
          <a:p>
            <a:r>
              <a:t>            "value": 8750,</a:t>
            </a:r>
          </a:p>
          <a:p>
            <a:r>
              <a:t>            "source_rank": 2,</a:t>
            </a:r>
          </a:p>
          <a:p>
            <a:r>
              <a:t>            "breakout": true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 macon",</a:t>
            </a:r>
          </a:p>
          <a:p>
            <a:r>
              <a:t>            "value": 300,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"musc ravageur",</a:t>
            </a:r>
          </a:p>
          <a:p>
            <a:r>
              <a:t>            "value": 170,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IOMA.",</a:t>
            </a:r>
          </a:p>
          <a:p>
            <a:r>
              <a:t>        "comparison_start": "2026-10-03",</a:t>
            </a:r>
          </a:p>
          <a:p>
            <a:r>
              <a:t>        "comparison_end": "2026-10-09",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"0747825597fcce2379d3a544e7dc32034eb498eb188e2daed6ddb473aa43e393",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"2026-10-17T10:38:17.386610+00:00",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"2026-10-10",</a:t>
            </a:r>
          </a:p>
          <a:p>
            <a:r>
              <a:t>        "period_end": "2026-10-16",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"https://trends.google.com/trends/explore?cat=143&amp;date=2026-10-10+2026-10-16&amp;geo=FR&amp;hl=fr",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"2026-10-10 2026-10-16",</a:t>
            </a:r>
          </a:p>
          <a:p>
            <a:r>
              <a:t>            "originalTimeRangeForExploreUrl": "2026-10-10 2026-10-16"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"2026-10-03 2026-10-09"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37,</a:t>
            </a:r>
          </a:p>
          <a:p>
            <a:r>
              <a:t>                    "formattedValue": "37",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21,</a:t>
            </a:r>
          </a:p>
          <a:p>
            <a:r>
              <a:t>                    "formattedValue": "21",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21,</a:t>
            </a:r>
          </a:p>
          <a:p>
            <a:r>
              <a:t>                    "formattedValue": "21",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20,</a:t>
            </a:r>
          </a:p>
          <a:p>
            <a:r>
              <a:t>                    "formattedValue": "20",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16,</a:t>
            </a:r>
          </a:p>
          <a:p>
            <a:r>
              <a:t>                    "formattedValue": "16",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"ongles",</a:t>
            </a:r>
          </a:p>
          <a:p>
            <a:r>
              <a:t>                    "value": 16,</a:t>
            </a:r>
          </a:p>
          <a:p>
            <a:r>
              <a:t>                    "formattedValue": "16",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"/trends/explore?q=ongles&amp;date=2026-10-10+2026-10-16&amp;geo=FR"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"lancome",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"/trends/explore?q=lancome&amp;date=2026-10-10+2026-10-16&amp;geo=FR"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"essence",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"/trends/explore?q=essence&amp;date=2026-10-10+2026-10-16&amp;geo=FR"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"/trends/explore?q=avene&amp;date=2026-10-10+2026-10-16&amp;geo=FR"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"clara vello",</a:t>
            </a:r>
          </a:p>
          <a:p>
            <a:r>
              <a:t>                    "value": 11450,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"/trends/explore?q=clara+vello&amp;date=2026-10-10+2026-10-16&amp;geo=FR"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joyca",</a:t>
            </a:r>
          </a:p>
          <a:p>
            <a:r>
              <a:t>                    "value": 8750,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"/trends/explore?q=parfum+joyca&amp;date=2026-10-10+2026-10-16&amp;geo=FR"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"classe rubis",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"/trends/explore?q=classe+rubis&amp;date=2026-10-10+2026-10-16&amp;geo=FR"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 macon",</a:t>
            </a:r>
          </a:p>
          <a:p>
            <a:r>
              <a:t>                    "value": 300,</a:t>
            </a:r>
          </a:p>
          <a:p>
            <a:r>
              <a:t>                    "formattedValue": "+300 %",</a:t>
            </a:r>
          </a:p>
          <a:p>
            <a:r>
              <a:t>                    "link": "/trends/explore?q=sephora+macon&amp;date=2026-10-10+2026-10-16&amp;geo=FR"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"bizance",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"/trends/explore?q=bizance&amp;date=2026-10-10+2026-10-16&amp;geo=FR"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"isabelle mergault",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"/trends/explore?q=isabelle+mergault&amp;date=2026-10-10+2026-10-16&amp;geo=FR"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 chanteuse",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"/trends/explore?q=vernis+rouge+chanteuse&amp;date=2026-10-10+2026-10-16&amp;geo=FR"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"musc ravageur",</a:t>
            </a:r>
          </a:p>
          <a:p>
            <a:r>
              <a:t>                    "value": 170,</a:t>
            </a:r>
          </a:p>
          <a:p>
            <a:r>
              <a:t>                    "formattedValue": "+170 %",</a:t>
            </a:r>
          </a:p>
          <a:p>
            <a:r>
              <a:t>                    "link": "/trends/explore?q=musc+ravageur&amp;date=2026-10-10+2026-10-16&amp;geo=FR"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"cat eyes",</a:t>
            </a:r>
          </a:p>
          <a:p>
            <a:r>
              <a:t>                    "value": 120,</a:t>
            </a:r>
          </a:p>
          <a:p>
            <a:r>
              <a:t>                    "formattedValue": "+120 %",</a:t>
            </a:r>
          </a:p>
          <a:p>
            <a:r>
              <a:t>                    "link": "/trends/explore?q=cat+eyes&amp;date=2026-10-10+2026-10-16&amp;geo=FR"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"ansu fati",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"/trends/explore?q=ansu+fati&amp;date=2026-10-10+2026-10-16&amp;geo=FR"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"/trends/explore?q=vernis+rouge&amp;date=2026-10-10+2026-10-16&amp;geo=FR"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"anti cerne essence",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"/trends/explore?q=anti+cerne+essence&amp;date=2026-10-10+2026-10-16&amp;geo=FR"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"amouage decision",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"/trends/explore?q=amouage+decision&amp;date=2026-10-10+2026-10-16&amp;geo=FR"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"patou",</a:t>
            </a:r>
          </a:p>
          <a:p>
            <a:r>
              <a:t>                    "value": 50,</a:t>
            </a:r>
          </a:p>
          <a:p>
            <a:r>
              <a:t>                    "formattedValue": "+50 %",</a:t>
            </a:r>
          </a:p>
          <a:p>
            <a:r>
              <a:t>                    "link": "/trends/explore?q=patou&amp;date=2026-10-10+2026-10-16&amp;geo=FR"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"essence maquillage",</a:t>
            </a:r>
          </a:p>
          <a:p>
            <a:r>
              <a:t>                    "value": 50,</a:t>
            </a:r>
          </a:p>
          <a:p>
            <a:r>
              <a:t>                    "formattedValue": "+50 %",</a:t>
            </a:r>
          </a:p>
          <a:p>
            <a:r>
              <a:t>                    "link": "/trends/explore?q=essence+maquillage&amp;date=2026-10-10+2026-10-16&amp;geo=FR"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"akeo",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"/trends/explore?q=akeo&amp;date=2026-10-10+2026-10-16&amp;geo=FR"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"2026-10-17T10:38:17.386610+00:00",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"2026-10-10",</a:t>
            </a:r>
          </a:p>
          <a:p>
            <a:r>
              <a:t>        "period_end": "2026-10-16",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"https://trends.google.com/trends/explore?cat=143&amp;date=2026-10-10+2026-10-16&amp;geo=IT&amp;hl=it",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94,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viso",</a:t>
            </a:r>
          </a:p>
          <a:p>
            <a:r>
              <a:t>            "value": 20,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11,</a:t>
            </a:r>
          </a:p>
          <a:p>
            <a:r>
              <a:t>            "source_rank": 10,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"contorno occhi",</a:t>
            </a:r>
          </a:p>
          <a:p>
            <a:r>
              <a:t>            "value": 7,</a:t>
            </a:r>
          </a:p>
          <a:p>
            <a:r>
              <a:t>            "source_rank": 14,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"bionike",</a:t>
            </a:r>
          </a:p>
          <a:p>
            <a:r>
              <a:t>            "value": 6,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"crema idratante viso",</a:t>
            </a:r>
          </a:p>
          <a:p>
            <a:r>
              <a:t>            "value": 150,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"ascella",</a:t>
            </a:r>
          </a:p>
          <a:p>
            <a:r>
              <a:t>            "value": 100,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90,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IOMA.",</a:t>
            </a:r>
          </a:p>
          <a:p>
            <a:r>
              <a:t>        "comparison_start": "2026-10-03",</a:t>
            </a:r>
          </a:p>
          <a:p>
            <a:r>
              <a:t>        "comparison_end": "2026-10-09",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"4408fafa1c56fb7eee8b4a464cd90579fb231f165c94b803dc7aebcec26ee532",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"2026-10-17T10:38:17.386610+00:00",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"2026-10-10",</a:t>
            </a:r>
          </a:p>
          <a:p>
            <a:r>
              <a:t>        "period_end": "2026-10-16",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"https://trends.google.com/trends/explore?cat=143&amp;date=2026-10-10+2026-10-16&amp;geo=IT&amp;hl=it",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"2026-10-10 2026-10-16",</a:t>
            </a:r>
          </a:p>
          <a:p>
            <a:r>
              <a:t>            "originalTimeRangeForExploreUrl": "2026-10-10 2026-10-16"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"2026-10-03 2026-10-09"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94,</a:t>
            </a:r>
          </a:p>
          <a:p>
            <a:r>
              <a:t>                    "formattedValue": "94",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50,</a:t>
            </a:r>
          </a:p>
          <a:p>
            <a:r>
              <a:t>                    "formattedValue": "50",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37,</a:t>
            </a:r>
          </a:p>
          <a:p>
            <a:r>
              <a:t>                    "formattedValue": "37",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26,</a:t>
            </a:r>
          </a:p>
          <a:p>
            <a:r>
              <a:t>                    "formattedValue": "26",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viso",</a:t>
            </a:r>
          </a:p>
          <a:p>
            <a:r>
              <a:t>                    "value": 20,</a:t>
            </a:r>
          </a:p>
          <a:p>
            <a:r>
              <a:t>                    "formattedValue": "20",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"/trends/explore?q=crema+viso&amp;date=2026-10-10+2026-10-16&amp;geo=IT"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"/trends/explore?q=crema+idratante&amp;date=2026-10-10+2026-10-16&amp;geo=IT"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"contorno occhi",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"/trends/explore?q=contorno+occhi&amp;date=2026-10-10+2026-10-16&amp;geo=IT"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"acne",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"/trends/explore?q=acne&amp;date=2026-10-10+2026-10-16&amp;geo=IT"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"/trends/explore?q=avene&amp;date=2026-10-10+2026-10-16&amp;geo=IT"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"celeste vichi",</a:t>
            </a:r>
          </a:p>
          <a:p>
            <a:r>
              <a:t>                    "value": 1350,</a:t>
            </a:r>
          </a:p>
          <a:p>
            <a:r>
              <a:t>                    "formattedValue": "+1.350%",</a:t>
            </a:r>
          </a:p>
          <a:p>
            <a:r>
              <a:t>                    "link": "/trends/explore?q=celeste+vichi&amp;date=2026-10-10+2026-10-16&amp;geo=IT"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chiboust",</a:t>
            </a:r>
          </a:p>
          <a:p>
            <a:r>
              <a:t>                    "value": 400,</a:t>
            </a:r>
          </a:p>
          <a:p>
            <a:r>
              <a:t>                    "formattedValue": "+400%",</a:t>
            </a:r>
          </a:p>
          <a:p>
            <a:r>
              <a:t>                    "link": "/trends/explore?q=crema+chiboust&amp;date=2026-10-10+2026-10-16&amp;geo=IT"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"serie a",</a:t>
            </a:r>
          </a:p>
          <a:p>
            <a:r>
              <a:t>                    "value": 170,</a:t>
            </a:r>
          </a:p>
          <a:p>
            <a:r>
              <a:t>                    "formattedValue": "+170%",</a:t>
            </a:r>
          </a:p>
          <a:p>
            <a:r>
              <a:t>                    "link": "/trends/explore?q=serie+a&amp;date=2026-10-10+2026-10-16&amp;geo=IT"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 viso",</a:t>
            </a:r>
          </a:p>
          <a:p>
            <a:r>
              <a:t>                    "value": 150,</a:t>
            </a:r>
          </a:p>
          <a:p>
            <a:r>
              <a:t>                    "formattedValue": "+150%",</a:t>
            </a:r>
          </a:p>
          <a:p>
            <a:r>
              <a:t>                    "link": "/trends/explore?q=crema+idratante+viso&amp;date=2026-10-10+2026-10-16&amp;geo=IT"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"irth nabeel profumo",</a:t>
            </a:r>
          </a:p>
          <a:p>
            <a:r>
              <a:t>                    "value": 140,</a:t>
            </a:r>
          </a:p>
          <a:p>
            <a:r>
              <a:t>                    "formattedValue": "+140%",</a:t>
            </a:r>
          </a:p>
          <a:p>
            <a:r>
              <a:t>                    "link": "/trends/explore?q=irth+nabeel+profumo&amp;date=2026-10-10+2026-10-16&amp;geo=IT"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"ascella",</a:t>
            </a:r>
          </a:p>
          <a:p>
            <a:r>
              <a:t>                    "value": 100,</a:t>
            </a:r>
          </a:p>
          <a:p>
            <a:r>
              <a:t>                    "formattedValue": "+100%",</a:t>
            </a:r>
          </a:p>
          <a:p>
            <a:r>
              <a:t>                    "link": "/trends/explore?q=ascella&amp;date=2026-10-10+2026-10-16&amp;geo=IT"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90,</a:t>
            </a:r>
          </a:p>
          <a:p>
            <a:r>
              <a:t>                    "formattedValue": "+90%",</a:t>
            </a:r>
          </a:p>
          <a:p>
            <a:r>
              <a:t>                    "link": "/trends/explore?q=crema+idratante&amp;date=2026-10-10+2026-10-16&amp;geo=IT"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"ansu fati",</a:t>
            </a:r>
          </a:p>
          <a:p>
            <a:r>
              <a:t>                    "value": 80,</a:t>
            </a:r>
          </a:p>
          <a:p>
            <a:r>
              <a:t>                    "formattedValue": "+80%",</a:t>
            </a:r>
          </a:p>
          <a:p>
            <a:r>
              <a:t>                    "link": "/trends/explore?q=ansu+fati&amp;date=2026-10-10+2026-10-16&amp;geo=IT"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"agent provocateur",</a:t>
            </a:r>
          </a:p>
          <a:p>
            <a:r>
              <a:t>                    "value": 40,</a:t>
            </a:r>
          </a:p>
          <a:p>
            <a:r>
              <a:t>                    "formattedValue": "+40%",</a:t>
            </a:r>
          </a:p>
          <a:p>
            <a:r>
              <a:t>                    "link": "/trends/explore?q=agent+provocateur&amp;date=2026-10-10+2026-10-16&amp;geo=IT"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"Peptides",</a:t>
            </a:r>
          </a:p>
          <a:p>
            <a:r>
              <a:t>        "it": "Peptidi"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"Peptides",</a:t>
            </a:r>
          </a:p>
          <a:p>
            <a:r>
              <a:t>        "it": "Peptidi"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"DIPEPTIDE DIAMINOBUTYROYL BENZYLAMIDE DIACETATE",</a:t>
            </a:r>
          </a:p>
          <a:p>
            <a:r>
              <a:t>        "ACETYL HEXAPEPTIDE-8",</a:t>
            </a:r>
          </a:p>
          <a:p>
            <a:r>
              <a:t>        "TRIPEPTIDE-1"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"Lissage et fermeté",</a:t>
            </a:r>
          </a:p>
          <a:p>
            <a:r>
              <a:t>        "it": "Levigatezza e compattezza"</a:t>
            </a:r>
          </a:p>
          <a:p>
            <a:r>
              <a:t>      },</a:t>
            </a:r>
          </a:p>
          <a:p>
            <a:r>
              <a:t>      "official_actives": [</a:t>
            </a:r>
          </a:p>
          <a:p>
            <a:r>
              <a:t>        "SYN-AKE™",</a:t>
            </a:r>
          </a:p>
          <a:p>
            <a:r>
              <a:t>        "ARGIRELINE",</a:t>
            </a:r>
          </a:p>
          <a:p>
            <a:r>
              <a:t>        "KOLLAREN™"</a:t>
            </a:r>
          </a:p>
          <a:p>
            <a:r>
              <a:t>      ],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"2026-10-17T10:38:17.386610+00:00"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"vitamin-e",</a:t>
            </a:r>
          </a:p>
          <a:p>
            <a:r>
              <a:t>      "label": {</a:t>
            </a:r>
          </a:p>
          <a:p>
            <a:r>
              <a:t>        "fr": "Vitamine E",</a:t>
            </a:r>
          </a:p>
          <a:p>
            <a:r>
              <a:t>        "it": "Vitamina E"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"Vitamine E",</a:t>
            </a:r>
          </a:p>
          <a:p>
            <a:r>
              <a:t>        "it": "Vitamina E"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"TOCOPHERYL ACETATE",</a:t>
            </a:r>
          </a:p>
          <a:p>
            <a:r>
              <a:t>        "TOCOPHEROL"</a:t>
            </a:r>
          </a:p>
          <a:p>
            <a:r>
              <a:t>      ],</a:t>
            </a:r>
          </a:p>
          <a:p>
            <a:r>
              <a:t>      "priority": 90,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"2026-10-17T10:38:17.386610+00:00"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"Un soin dédié au contour des yeux.\n\nCrème Généreuse Contour des Yeux lisse les rides et les ridules de cette zone délicate.\n\nDécouvrez le soin sur ioma-paris.com.\n\n#IOMAParis #ContourDesYeux #SoinVisage",</a:t>
            </a:r>
          </a:p>
          <a:p>
            <a:r>
              <a:t>  "strategy": {</a:t>
            </a:r>
          </a:p>
          <a:p>
            <a:r>
              <a:t>    "positioning": "Crème Généreuse lisse les rides et aide à raffermir le contour des yeux. Peptides et vitamine E : présents dans son INCI et cités dans le récent contenu arpy.",</a:t>
            </a:r>
          </a:p>
          <a:p>
            <a:r>
              <a:t>    "audience": "Hypothèse de cible : personnes recherchant un soin ciblé pour les rides du contour des yeux.",</a:t>
            </a:r>
          </a:p>
          <a:p>
            <a:r>
              <a:t>    "activation": "Feed : bénéfice + deux actifs lisibles. Story : focus sur le geste. Reel à tester : 6–10 s, packshot puis texture. Bannière : découverte du soin.",</a:t>
            </a:r>
          </a:p>
          <a:p>
            <a:r>
              <a:t>    "measurement": "Tester « lisser les ridules » face à « raffermir » à audience et budget égaux. Comparer clics et visites produit."</a:t>
            </a:r>
          </a:p>
          <a:p>
            <a:r>
              <a:t>  },</a:t>
            </a:r>
          </a:p>
          <a:p>
            <a:r>
              <a:t>  "source": "https://ioma-paris.com/products/creme-genereuse-contour-des-yeux"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"2026-10-17T10:38:17.386610+00:00",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"2026-10-10",</a:t>
            </a:r>
          </a:p>
          <a:p>
            <a:r>
              <a:t>    "period_end": "2026-10-16",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"https://trends.google.com/trends/explore?cat=143&amp;date=2026-10-10+2026-10-16&amp;geo=FR&amp;hl=fr",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"yves rocher",</a:t>
            </a:r>
          </a:p>
          <a:p>
            <a:r>
              <a:t>        "value": 15,</a:t>
            </a:r>
          </a:p>
          <a:p>
            <a:r>
              <a:t>        "source_rank": 9,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"vichy",</a:t>
            </a:r>
          </a:p>
          <a:p>
            <a:r>
              <a:t>        "value": 11,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"guerlain",</a:t>
            </a:r>
          </a:p>
          <a:p>
            <a:r>
              <a:t>        "value": 9,</a:t>
            </a:r>
          </a:p>
          <a:p>
            <a:r>
              <a:t>        "source_rank": 13,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"chanel",</a:t>
            </a:r>
          </a:p>
          <a:p>
            <a:r>
              <a:t>        "value": 8,</a:t>
            </a:r>
          </a:p>
          <a:p>
            <a:r>
              <a:t>        "source_rank": 15,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"caudalie",</a:t>
            </a:r>
          </a:p>
          <a:p>
            <a:r>
              <a:t>        "value": 6,</a:t>
            </a:r>
          </a:p>
          <a:p>
            <a:r>
              <a:t>        "source_rank": 21,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"parfum joyca",</a:t>
            </a:r>
          </a:p>
          <a:p>
            <a:r>
              <a:t>        "value": 8750,</a:t>
            </a:r>
          </a:p>
          <a:p>
            <a:r>
              <a:t>        "source_rank": 2,</a:t>
            </a:r>
          </a:p>
          <a:p>
            <a:r>
              <a:t>        "breakout": true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"sephora macon",</a:t>
            </a:r>
          </a:p>
          <a:p>
            <a:r>
              <a:t>        "value": 300,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"musc ravageur",</a:t>
            </a:r>
          </a:p>
          <a:p>
            <a:r>
              <a:t>        "value": 170,</a:t>
            </a:r>
          </a:p>
          <a:p>
            <a:r>
              <a:t>        "source_rank": 8,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"Sélection de marques beauté et soins. Les hausses ne prouvent pas un intérêt accru pour le contour des yeux IOMA.",</a:t>
            </a:r>
          </a:p>
          <a:p>
            <a:r>
              <a:t>    "comparison_start": "2026-10-03",</a:t>
            </a:r>
          </a:p>
          <a:p>
            <a:r>
              <a:t>    "comparison_end": "2026-10-09",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"0747825597fcce2379d3a544e7dc32034eb498eb188e2daed6ddb473aa43e393",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"2026-10-17T10:38:17.386610+00:00",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"2026-10-10",</a:t>
            </a:r>
          </a:p>
          <a:p>
            <a:r>
              <a:t>    "period_end": "2026-10-16",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"https://trends.google.com/trends/explore?cat=143&amp;date=2026-10-10+2026-10-16&amp;geo=FR&amp;hl=fr",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"FR"</a:t>
            </a:r>
          </a:p>
          <a:p>
            <a:r>
              <a:t>        },</a:t>
            </a:r>
          </a:p>
          <a:p>
            <a:r>
              <a:t>        "time": "2026-10-10 2026-10-16",</a:t>
            </a:r>
          </a:p>
          <a:p>
            <a:r>
              <a:t>        "originalTimeRangeForExploreUrl": "2026-10-10 2026-10-16"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"2026-10-03 2026-10-09"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"fr",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"parfum",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"/trends/explore?q=parfum&amp;date=2026-10-10+2026-10-16&amp;geo=FR"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37,</a:t>
            </a:r>
          </a:p>
          <a:p>
            <a:r>
              <a:t>                "formattedValue": "37",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"nocibe",</a:t>
            </a:r>
          </a:p>
          <a:p>
            <a:r>
              <a:t>                "value": 21,</a:t>
            </a:r>
          </a:p>
          <a:p>
            <a:r>
              <a:t>                "formattedValue": "21",</a:t>
            </a:r>
          </a:p>
          <a:p>
            <a:r>
              <a:t>                "hasData": true,</a:t>
            </a:r>
          </a:p>
          <a:p>
            <a:r>
              <a:t>                "link": "/trends/explore?q=nocibe&amp;date=2026-10-10+2026-10-16&amp;geo=FR"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"ongle",</a:t>
            </a:r>
          </a:p>
          <a:p>
            <a:r>
              <a:t>                "value": 21,</a:t>
            </a:r>
          </a:p>
          <a:p>
            <a:r>
              <a:t>                "formattedValue": "21",</a:t>
            </a:r>
          </a:p>
          <a:p>
            <a:r>
              <a:t>                "hasData": true,</a:t>
            </a:r>
          </a:p>
          <a:p>
            <a:r>
              <a:t>                "link": "/trends/explore?q=ongle&amp;date=2026-10-10+2026-10-16&amp;geo=FR"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"parking",</a:t>
            </a:r>
          </a:p>
          <a:p>
            <a:r>
              <a:t>                "value": 20,</a:t>
            </a:r>
          </a:p>
          <a:p>
            <a:r>
              <a:t>                "formattedValue": "20",</a:t>
            </a:r>
          </a:p>
          <a:p>
            <a:r>
              <a:t>                "hasData": true,</a:t>
            </a:r>
          </a:p>
          <a:p>
            <a:r>
              <a:t>                "link": "/trends/explore?q=parking&amp;date=2026-10-10+2026-10-16&amp;geo=FR"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"maquillage",</a:t>
            </a:r>
          </a:p>
          <a:p>
            <a:r>
              <a:t>                "value": 16,</a:t>
            </a:r>
          </a:p>
          <a:p>
            <a:r>
              <a:t>                "formattedValue": "16",</a:t>
            </a:r>
          </a:p>
          <a:p>
            <a:r>
              <a:t>                "hasData": true,</a:t>
            </a:r>
          </a:p>
          <a:p>
            <a:r>
              <a:t>                "link": "/trends/explore?q=maquillage&amp;date=2026-10-10+2026-10-16&amp;geo=FR"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"ongles",</a:t>
            </a:r>
          </a:p>
          <a:p>
            <a:r>
              <a:t>                "value": 16,</a:t>
            </a:r>
          </a:p>
          <a:p>
            <a:r>
              <a:t>                "formattedValue": "16",</a:t>
            </a:r>
          </a:p>
          <a:p>
            <a:r>
              <a:t>                "hasData": true,</a:t>
            </a:r>
          </a:p>
          <a:p>
            <a:r>
              <a:t>                "link": "/trends/explore?q=ongles&amp;date=2026-10-10+2026-10-16&amp;geo=FR"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"yves rocher",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"/trends/explore?q=yves+rocher&amp;date=2026-10-10+2026-10-16&amp;geo=FR"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homme",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"/trends/explore?q=parfum+homme&amp;date=2026-10-10+2026-10-16&amp;geo=FR"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"vichy",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"/trends/explore?q=vichy&amp;date=2026-10-10+2026-10-16&amp;geo=FR"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femme",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"/trends/explore?q=parfum+femme&amp;date=2026-10-10+2026-10-16&amp;geo=FR"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9,</a:t>
            </a:r>
          </a:p>
          <a:p>
            <a:r>
              <a:t>                "formattedValue": "9",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9,</a:t>
            </a:r>
          </a:p>
          <a:p>
            <a:r>
              <a:t>                "formattedValue": "9",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"nocibé",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"/trends/explore?q=nocib%C3%A9&amp;date=2026-10-10+2026-10-16&amp;geo=FR"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"nyx",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"/trends/explore?q=nyx&amp;date=2026-10-10+2026-10-16&amp;geo=FR"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"marionnaud",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"/trends/explore?q=marionnaud&amp;date=2026-10-10+2026-10-16&amp;geo=FR"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"lip",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"/trends/explore?q=lip&amp;date=2026-10-10+2026-10-16&amp;geo=FR"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"lancome",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"/trends/explore?q=lancome&amp;date=2026-10-10+2026-10-16&amp;geo=FR"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 roche posay",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"/trends/explore?q=la+roche+posay&amp;date=2026-10-10+2026-10-16&amp;geo=FR"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"essence",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"/trends/explore?q=essence&amp;date=2026-10-10+2026-10-16&amp;geo=FR"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"avene",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"/trends/explore?q=avene&amp;date=2026-10-10+2026-10-16&amp;geo=FR"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"clara vello",</a:t>
            </a:r>
          </a:p>
          <a:p>
            <a:r>
              <a:t>                "value": 11450,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"/trends/explore?q=clara+vello&amp;date=2026-10-10+2026-10-16&amp;geo=FR"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joyca",</a:t>
            </a:r>
          </a:p>
          <a:p>
            <a:r>
              <a:t>                "value": 8750,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"/trends/explore?q=parfum+joyca&amp;date=2026-10-10+2026-10-16&amp;geo=FR"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"classe rubis",</a:t>
            </a:r>
          </a:p>
          <a:p>
            <a:r>
              <a:t>                "value": 350,</a:t>
            </a:r>
          </a:p>
          <a:p>
            <a:r>
              <a:t>                "formattedValue": "+350 %",</a:t>
            </a:r>
          </a:p>
          <a:p>
            <a:r>
              <a:t>                "link": "/trends/explore?q=classe+rubis&amp;date=2026-10-10+2026-10-16&amp;geo=FR"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 macon",</a:t>
            </a:r>
          </a:p>
          <a:p>
            <a:r>
              <a:t>                "value": 300,</a:t>
            </a:r>
          </a:p>
          <a:p>
            <a:r>
              <a:t>                "formattedValue": "+300 %",</a:t>
            </a:r>
          </a:p>
          <a:p>
            <a:r>
              <a:t>                "link": "/trends/explore?q=sephora+macon&amp;date=2026-10-10+2026-10-16&amp;geo=FR"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"bizance",</a:t>
            </a:r>
          </a:p>
          <a:p>
            <a:r>
              <a:t>                "value": 250,</a:t>
            </a:r>
          </a:p>
          <a:p>
            <a:r>
              <a:t>                "formattedValue": "+250 %",</a:t>
            </a:r>
          </a:p>
          <a:p>
            <a:r>
              <a:t>                "link": "/trends/explore?q=bizance&amp;date=2026-10-10+2026-10-16&amp;geo=FR"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"isabelle mergault",</a:t>
            </a:r>
          </a:p>
          <a:p>
            <a:r>
              <a:t>                "value": 250,</a:t>
            </a:r>
          </a:p>
          <a:p>
            <a:r>
              <a:t>                "formattedValue": "+250 %",</a:t>
            </a:r>
          </a:p>
          <a:p>
            <a:r>
              <a:t>                "link": "/trends/explore?q=isabelle+mergault&amp;date=2026-10-10+2026-10-16&amp;geo=FR"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"vernis rouge chanteuse",</a:t>
            </a:r>
          </a:p>
          <a:p>
            <a:r>
              <a:t>                "value": 250,</a:t>
            </a:r>
          </a:p>
          <a:p>
            <a:r>
              <a:t>                "formattedValue": "+250 %",</a:t>
            </a:r>
          </a:p>
          <a:p>
            <a:r>
              <a:t>                "link": "/trends/explore?q=vernis+rouge+chanteuse&amp;date=2026-10-10+2026-10-16&amp;geo=FR"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"musc ravageur",</a:t>
            </a:r>
          </a:p>
          <a:p>
            <a:r>
              <a:t>                "value": 170,</a:t>
            </a:r>
          </a:p>
          <a:p>
            <a:r>
              <a:t>                "formattedValue": "+170 %",</a:t>
            </a:r>
          </a:p>
          <a:p>
            <a:r>
              <a:t>                "link": "/trends/explore?q=musc+ravageur&amp;date=2026-10-10+2026-10-16&amp;geo=FR"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"cat eyes",</a:t>
            </a:r>
          </a:p>
          <a:p>
            <a:r>
              <a:t>                "value": 120,</a:t>
            </a:r>
          </a:p>
          <a:p>
            <a:r>
              <a:t>                "formattedValue": "+120 %",</a:t>
            </a:r>
          </a:p>
          <a:p>
            <a:r>
              <a:t>                "link": "/trends/explore?q=cat+eyes&amp;date=2026-10-10+2026-10-16&amp;geo=FR"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"ansu fati",</a:t>
            </a:r>
          </a:p>
          <a:p>
            <a:r>
              <a:t>                "value": 90,</a:t>
            </a:r>
          </a:p>
          <a:p>
            <a:r>
              <a:t>                "formattedValue": "+90 %",</a:t>
            </a:r>
          </a:p>
          <a:p>
            <a:r>
              <a:t>                "link": "/trends/explore?q=ansu+fati&amp;date=2026-10-10+2026-10-16&amp;geo=FR"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"vernis rouge",</a:t>
            </a:r>
          </a:p>
          <a:p>
            <a:r>
              <a:t>                "value": 90,</a:t>
            </a:r>
          </a:p>
          <a:p>
            <a:r>
              <a:t>                "formattedValue": "+90 %",</a:t>
            </a:r>
          </a:p>
          <a:p>
            <a:r>
              <a:t>                "link": "/trends/explore?q=vernis+rouge&amp;date=2026-10-10+2026-10-16&amp;geo=FR"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"anti cerne essence",</a:t>
            </a:r>
          </a:p>
          <a:p>
            <a:r>
              <a:t>                "value": 70,</a:t>
            </a:r>
          </a:p>
          <a:p>
            <a:r>
              <a:t>                "formattedValue": "+70 %",</a:t>
            </a:r>
          </a:p>
          <a:p>
            <a:r>
              <a:t>                "link": "/trends/explore?q=anti+cerne+essence&amp;date=2026-10-10+2026-10-16&amp;geo=FR"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"amouage decision",</a:t>
            </a:r>
          </a:p>
          <a:p>
            <a:r>
              <a:t>                "value": 70,</a:t>
            </a:r>
          </a:p>
          <a:p>
            <a:r>
              <a:t>                "formattedValue": "+70 %",</a:t>
            </a:r>
          </a:p>
          <a:p>
            <a:r>
              <a:t>                "link": "/trends/explore?q=amouage+decision&amp;date=2026-10-10+2026-10-16&amp;geo=FR"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"patou",</a:t>
            </a:r>
          </a:p>
          <a:p>
            <a:r>
              <a:t>                "value": 50,</a:t>
            </a:r>
          </a:p>
          <a:p>
            <a:r>
              <a:t>                "formattedValue": "+50 %",</a:t>
            </a:r>
          </a:p>
          <a:p>
            <a:r>
              <a:t>                "link": "/trends/explore?q=patou&amp;date=2026-10-10+2026-10-16&amp;geo=FR"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"essence maquillage",</a:t>
            </a:r>
          </a:p>
          <a:p>
            <a:r>
              <a:t>                "value": 50,</a:t>
            </a:r>
          </a:p>
          <a:p>
            <a:r>
              <a:t>                "formattedValue": "+50 %",</a:t>
            </a:r>
          </a:p>
          <a:p>
            <a:r>
              <a:t>                "link": "/trends/explore?q=essence+maquillage&amp;date=2026-10-10+2026-10-16&amp;geo=FR"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"akeo",</a:t>
            </a:r>
          </a:p>
          <a:p>
            <a:r>
              <a:t>                "value": 40,</a:t>
            </a:r>
          </a:p>
          <a:p>
            <a:r>
              <a:t>                "formattedValue": "+40 %",</a:t>
            </a:r>
          </a:p>
          <a:p>
            <a:r>
              <a:t>                "link": "/trends/explore?q=akeo&amp;date=2026-10-10+2026-10-16&amp;geo=FR"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"gh-october",</a:t>
            </a:r>
          </a:p>
          <a:p>
            <a:r>
              <a:t>    "title": "15 New Beauty Products Our Pros Are Obsessed With For October",</a:t>
            </a:r>
          </a:p>
          <a:p>
            <a:r>
              <a:t>    "url": "https://www.goodhousekeeping.com/beauty/a74108402/best-new-beauty-products-october-2026/",</a:t>
            </a:r>
          </a:p>
          <a:p>
            <a:r>
              <a:t>    "publisher": "Good Housekeeping",</a:t>
            </a:r>
          </a:p>
          <a:p>
            <a:r>
              <a:t>    "published_at": "2026-10-14T14:58:40+00:00",</a:t>
            </a:r>
          </a:p>
          <a:p>
            <a:r>
              <a:t>    "kind": "editorial",</a:t>
            </a:r>
          </a:p>
          <a:p>
            <a:r>
              <a:t>    "topics": [</a:t>
            </a:r>
          </a:p>
          <a:p>
            <a:r>
              <a:t>      "seasonal_comfort"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 14, 2026",</a:t>
            </a:r>
          </a:p>
          <a:p>
            <a:r>
              <a:t>      "multitasking",</a:t>
            </a:r>
          </a:p>
          <a:p>
            <a:r>
              <a:t>      "softening skincare"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"Good Housekeeping : soins polyvalents et confort pour l’automne.",</a:t>
            </a:r>
          </a:p>
          <a:p>
            <a:r>
              <a:t>      "it": "Good Housekeeping: trattamenti versatili e comfort per l’autunno."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"Les 15 nouveautés beauté d’octobre",</a:t>
            </a:r>
          </a:p>
          <a:p>
            <a:r>
              <a:t>      "it": "Le 15 novità beauty di ottobre"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"2026-10-17T10:38:17.386610+00:00",</a:t>
            </a:r>
          </a:p>
          <a:p>
            <a:r>
              <a:t>    "content_sha256": "8a791c2194b4adaec1f919da3d99d8bc4d2b640219e73385514359c9c20a3d05"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"arpy-eye",</a:t>
            </a:r>
          </a:p>
          <a:p>
            <a:r>
              <a:t>    "title": "peptide eye cream: what’s in it, and how and when to use it",</a:t>
            </a:r>
          </a:p>
          <a:p>
            <a:r>
              <a:t>    "url": "https://arpyskin.com/blogs/guides/peptide-eye-cream",</a:t>
            </a:r>
          </a:p>
          <a:p>
            <a:r>
              <a:t>    "publisher": "arpy",</a:t>
            </a:r>
          </a:p>
          <a:p>
            <a:r>
              <a:t>    "published_at": "2026-10-15T00:00:00+00:00",</a:t>
            </a:r>
          </a:p>
          <a:p>
            <a:r>
              <a:t>    "kind": "brand_promotion",</a:t>
            </a:r>
          </a:p>
          <a:p>
            <a:r>
              <a:t>    "brand": "arpy",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"vitamin-e"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"October 15, 2026",</a:t>
            </a:r>
          </a:p>
          <a:p>
            <a:r>
              <a:t>      "peptides",</a:t>
            </a:r>
          </a:p>
          <a:p>
            <a:r>
              <a:t>      "tocopherol: vitamin E"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"arpy : contenu de marque du 15 octobre sur les peptides du contour des yeux. Ce n’est pas une annonce payante vérifiée.",</a:t>
            </a:r>
          </a:p>
          <a:p>
            <a:r>
              <a:t>      "it": "arpy: contenuto del marchio del 15 ottobre sui peptidi nel contorno occhi. Non è una campagna paid verificata."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"Peptides &amp; contour des yeux : guide de marque",</a:t>
            </a:r>
          </a:p>
          <a:p>
            <a:r>
              <a:t>      "it": "Peptidi e contorno occhi: guida del marchio"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"2026-10-17T10:38:17.386610+00:00",</a:t>
            </a:r>
          </a:p>
          <a:p>
            <a:r>
              <a:t>    "content_sha256": "cbce1db860363e11a140b43e6a35d78827f99db36beb09fcab1693894ec6d93d"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prévue sept.–nov. 2026, dont Reels de 6 s. Article du 24 septembre.",</a:t>
            </a:r>
          </a:p>
          <a:p>
            <a:r>
              <a:t>      "it": "CeraVe, Hong Kong: campagna prevista sett.–nov. 2026, con Reel da 6 s.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"2026-10-17T10:38:17.386610+00:00",</a:t>
            </a:r>
          </a:p>
          <a:p>
            <a:r>
              <a:t>    "content_sha256": "ba64e8691ba4a188b671d479a1553dda3e3d8e75bcb171aa48d65b9470addc6c"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goodhousekeeping.com/beauty/a74108402/best-new-beauty-products-october-2026/" TargetMode="External"/><Relationship Id="rId4" Type="http://schemas.openxmlformats.org/officeDocument/2006/relationships/hyperlink" Target="https://arpyskin.com/blogs/guides/peptide-eye-cream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genereuse-contour-des-yeux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10+2026-10-16&amp;geo=FR&amp;hl=fr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goodhousekeeping.com/beauty/a74108402/best-new-beauty-products-october-2026/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arpyskin.com/blogs/guides/peptide-eye-cream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10.10.2026 — 17.10.2026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semaine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Signaux éditoriaux, actifs et campagnes observées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INGRÉDIENTS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PUBLICITÉ &amp; PROMOTIONS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Le soin ciblé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Angle proposé : associer le confort de la routine à un soin ciblé pour les rides du regard.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Good Housekeeping : soins polyvalents et confort pour l’automne.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Peptides + Vitamine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Deux familles présentes dans la formule IOMA et citées dans les sources récentes. Sélection éditoriale, pas un classement par concentration.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arpy : contenu de marque du 15 octobre sur les peptides du contour des yeux. Ce n’est pas une annonce payante vérifiée.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 : campagne prévue sept.–nov. 2026, dont Reels de 6 s. Article du 24 septembre.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Lecture internationale ; diffusion payante et budgets non audités.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Good Housekeeping · 14/10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arpy · 15/10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10.10.2026 — 17.10.2026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Généreuse Contour des Yeux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Des tendances aux réseaux sociaux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LE PRODUIT &amp; LE 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Généreuse lisse les rides et aide à raffermir le contour des yeux. Peptides et vitamine E : présents dans son INCI et cités dans le récent contenu arpy.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Hypothèse de cible : personnes recherchant un soin ciblé pour les rides du contour des yeux.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ACTIVATION À TESTER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 : bénéfice + deux actifs lisibles. Story : focus sur le geste. Reel à tester : 6–10 s, packshot puis texture. Bannière : découverte du soin.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Tester « lisser les ridules » face à « raffermir » à audience et budget égaux. Comparer clics et visites produit.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Formule &amp;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10.10.2026 — 16.10.2026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Les recherches beauté sur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France · Soins du visage et du corps · Recherche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REQUÊTES PRINCIPALES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EN CROISSANCE · SÉLECTION BEAUTÉ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yves rocher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vichy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guerlain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chanel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caudalie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parfum joyca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Percée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sephora macon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+300 %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musc ravageur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+170 %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relatif, pas un volume. Croissance vs 03.10.2026–09.10.2026.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Sélection de marques beauté et soins. Les hausses ne prouvent pas un intérêt accru pour le contour des yeux IOMA.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ouvrir les données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Sélection pertinente ; ordre Google conservé. Méthode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10.10.2026 — 17.10.2026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Articles &amp;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Ouvrir les publications citées dans ce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Good Housekeeping  ·  14.10.2026  ·  ARTICLE ÉDITORIAL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Les 15 nouveautés beauté d’octobre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Lire l’article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PRESSE MARKETING · CAMPAGNE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 : la campagne « anti-publicité »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Lire l’article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arpy  ·  15.10.2026  ·  CONTENU DE MARQUE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Peptides &amp; contour des yeux : guide de marque</a:t>
            </a:r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9326880" y="5047488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5"/>
              </a:rPr>
              <a:t>Lire le contenu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Date de publication indiquée ; période des campagnes précisée en page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FR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