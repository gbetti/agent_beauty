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"2026-10-17T10:35:12.424880+00:00",</a:t>
            </a:r>
          </a:p>
          <a:p>
            <a:r>
              <a:t>  "product_key": "creme-genereuse-contour-des-yeux",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"gh-october",</a:t>
            </a:r>
          </a:p>
          <a:p>
            <a:r>
              <a:t>      "title": "15 New Beauty Products Our Pros Are Obsessed With For October",</a:t>
            </a:r>
          </a:p>
          <a:p>
            <a:r>
              <a:t>      "url": "https://www.goodhousekeeping.com/beauty/a74108402/best-new-beauty-products-october-2026/",</a:t>
            </a:r>
          </a:p>
          <a:p>
            <a:r>
              <a:t>      "publisher": "Good Housekeeping",</a:t>
            </a:r>
          </a:p>
          <a:p>
            <a:r>
              <a:t>      "published_at": "2026-10-14T14:58:40+00:00",</a:t>
            </a:r>
          </a:p>
          <a:p>
            <a:r>
              <a:t>      "kind": "editorial",</a:t>
            </a:r>
          </a:p>
          <a:p>
            <a:r>
              <a:t>      "topics": [</a:t>
            </a:r>
          </a:p>
          <a:p>
            <a:r>
              <a:t>        "seasonal_comfort"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 14, 2026",</a:t>
            </a:r>
          </a:p>
          <a:p>
            <a:r>
              <a:t>        "multitasking",</a:t>
            </a:r>
          </a:p>
          <a:p>
            <a:r>
              <a:t>        "softening skincare"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"Good Housekeeping : soins polyvalents et confort pour l’automne.",</a:t>
            </a:r>
          </a:p>
          <a:p>
            <a:r>
              <a:t>        "it": "Good Housekeeping: trattamenti versatili e comfort per l’autunno."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"Les 15 nouveautés beauté d’octobre",</a:t>
            </a:r>
          </a:p>
          <a:p>
            <a:r>
              <a:t>        "it": "Le 15 novità beauty di ottobre"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"2026-10-17T10:38:17.386610+00:00",</a:t>
            </a:r>
          </a:p>
          <a:p>
            <a:r>
              <a:t>      "content_sha256": "8a791c2194b4adaec1f919da3d99d8bc4d2b640219e73385514359c9c20a3d05"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"2026-10-17T10:38:17.386610+00:00",</a:t>
            </a:r>
          </a:p>
          <a:p>
            <a:r>
              <a:t>      "content_sha256": "cbce1db860363e11a140b43e6a35d78827f99db36beb09fcab1693894ec6d93d"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"2026-10-17T10:38:17.386610+00:00",</a:t>
            </a:r>
          </a:p>
          <a:p>
            <a:r>
              <a:t>      "content_sha256": "ba64e8691ba4a188b671d479a1553dda3e3d8e75bcb171aa48d65b9470addc6c"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"Angle proposé : associer le confort de la routine à un soin ciblé pour les rides du regard.",</a:t>
            </a:r>
          </a:p>
          <a:p>
            <a:r>
              <a:t>    "it": "Angolo proposto: unire il comfort della routine a un trattamento mirato per le rughe del contorno occhi."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Généreuse lisse les rides et aide à raffermir le contour des yeux. Peptides et vitamine E : présents dans son INCI et cités dans le récent contenu arpy.",</a:t>
            </a:r>
          </a:p>
          <a:p>
            <a:r>
              <a:t>      "audience": "Hypothèse de cible : personnes recherchant un soin ciblé pour les rides du contour des yeux.",</a:t>
            </a:r>
          </a:p>
          <a:p>
            <a:r>
              <a:t>      "activation": "Feed : bénéfice + deux actifs lisibles. Story : focus sur le geste. Reel à tester : 6–10 s, packshot puis texture. Bannière : découverte du soin.",</a:t>
            </a:r>
          </a:p>
          <a:p>
            <a:r>
              <a:t>      "measurement": "Tester « lisser les ridules » face à « raffermir » à audience et budget égaux. Comparer clics et visites produit."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Généreuse leviga le rughe e aiuta a rassodare il contorno occhi. Peptidi e vitamina E: presenti nel suo INCI e citati nel recente contenuto arpy.",</a:t>
            </a:r>
          </a:p>
          <a:p>
            <a:r>
              <a:t>      "audience": "Ipotesi di pubblico: persone che cercano una cura mirata per le rughe del contorno occhi.",</a:t>
            </a:r>
          </a:p>
          <a:p>
            <a:r>
              <a:t>      "activation": "Feed: beneficio e due attivi leggibili. Story: focus sul gesto. Reel da testare: 6–10 s, packshot e texture. Banner: scoperta del trattamento.",</a:t>
            </a:r>
          </a:p>
          <a:p>
            <a:r>
              <a:t>      "measurement": "Testare « levigare le linee sottili » contro « rassodare » con pubblico e budget uguali. Confrontare clic e visite prodotto."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"joyca parfum",</a:t>
            </a:r>
          </a:p>
          <a:p>
            <a:r>
              <a:t>          "parfum joyca",</a:t>
            </a:r>
          </a:p>
          <a:p>
            <a:r>
              <a:t>          "sephora macon",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"anti cerne essence",</a:t>
            </a:r>
          </a:p>
          <a:p>
            <a:r>
              <a:t>          "amouage decision",</a:t>
            </a:r>
          </a:p>
          <a:p>
            <a:r>
              <a:t>          "essence maquillage"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"olio di oliva crema notte 50 ml",</a:t>
            </a:r>
          </a:p>
          <a:p>
            <a:r>
              <a:t>          "crema idratante viso",</a:t>
            </a:r>
          </a:p>
          <a:p>
            <a:r>
              <a:t>          "ascella",</a:t>
            </a:r>
          </a:p>
          <a:p>
            <a:r>
              <a:t>          "crema idratante",</a:t>
            </a:r>
          </a:p>
          <a:p>
            <a:r>
              <a:t>          "inglot"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"2026-10-17T10:38:17.386610+00:00",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"https://trends.google.com/trends/explore?cat=143&amp;date=2026-10-10+2026-10-16&amp;geo=FR&amp;hl=fr",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11,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9,</a:t>
            </a:r>
          </a:p>
          <a:p>
            <a:r>
              <a:t>            "source_rank": 13,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8,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"caudalie",</a:t>
            </a:r>
          </a:p>
          <a:p>
            <a:r>
              <a:t>            "value": 6,</a:t>
            </a:r>
          </a:p>
          <a:p>
            <a:r>
              <a:t>            "source_rank": 21,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"parfum joyca",</a:t>
            </a:r>
          </a:p>
          <a:p>
            <a:r>
              <a:t>            "value": 8750,</a:t>
            </a:r>
          </a:p>
          <a:p>
            <a:r>
              <a:t>            "source_rank": 2,</a:t>
            </a:r>
          </a:p>
          <a:p>
            <a:r>
              <a:t>            "breakout": true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"sephora macon",</a:t>
            </a:r>
          </a:p>
          <a:p>
            <a:r>
              <a:t>            "value": 300,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170,</a:t>
            </a:r>
          </a:p>
          <a:p>
            <a:r>
              <a:t>            "source_rank": 8,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IOMA.",</a:t>
            </a:r>
          </a:p>
          <a:p>
            <a:r>
              <a:t>        "comparison_start": "2026-10-03",</a:t>
            </a:r>
          </a:p>
          <a:p>
            <a:r>
              <a:t>        "comparison_end": "2026-10-09",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"0747825597fcce2379d3a544e7dc32034eb498eb188e2daed6ddb473aa43e393",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"2026-10-17T10:38:17.386610+00:00",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"https://trends.google.com/trends/explore?cat=143&amp;date=2026-10-10+2026-10-16&amp;geo=FR&amp;hl=fr",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"2026-10-10 2026-10-16",</a:t>
            </a:r>
          </a:p>
          <a:p>
            <a:r>
              <a:t>            "originalTimeRangeForExploreUrl": "2026-10-10 2026-10-16"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"2026-10-03 2026-10-09"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21,</a:t>
            </a:r>
          </a:p>
          <a:p>
            <a:r>
              <a:t>                    "formattedValue": "21",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"ongles",</a:t>
            </a:r>
          </a:p>
          <a:p>
            <a:r>
              <a:t>                    "value": 16,</a:t>
            </a:r>
          </a:p>
          <a:p>
            <a:r>
              <a:t>                    "formattedValue": "16",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"/trends/explore?q=ongles&amp;date=2026-10-10+2026-10-16&amp;geo=FR"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"essence",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"/trends/explore?q=essence&amp;date=2026-10-10+2026-10-16&amp;geo=FR"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"/trends/explore?q=avene&amp;date=2026-10-10+2026-10-16&amp;geo=FR"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11450,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"/trends/explore?q=clara+vello&amp;date=2026-10-10+2026-10-16&amp;geo=FR"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joyca",</a:t>
            </a:r>
          </a:p>
          <a:p>
            <a:r>
              <a:t>                    "value": 8750,</a:t>
            </a:r>
          </a:p>
          <a:p>
            <a:r>
              <a:t>                    "formattedValue": "Record",</a:t>
            </a:r>
          </a:p>
          <a:p>
            <a:r>
              <a:t>                    "link": "/trends/explore?q=parfum+joyca&amp;date=2026-10-10+2026-10-16&amp;geo=FR"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"classe rubis",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"/trends/explore?q=classe+rubis&amp;date=2026-10-10+2026-10-16&amp;geo=FR"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 macon",</a:t>
            </a:r>
          </a:p>
          <a:p>
            <a:r>
              <a:t>                    "value": 300,</a:t>
            </a:r>
          </a:p>
          <a:p>
            <a:r>
              <a:t>                    "formattedValue": "+300 %",</a:t>
            </a:r>
          </a:p>
          <a:p>
            <a:r>
              <a:t>                    "link": "/trends/explore?q=sephora+macon&amp;date=2026-10-10+2026-10-16&amp;geo=FR"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"bizance",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"/trends/explore?q=bizance&amp;date=2026-10-10+2026-10-16&amp;geo=FR"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"isabelle mergault",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"/trends/explore?q=isabelle+mergault&amp;date=2026-10-10+2026-10-16&amp;geo=FR"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 chanteuse",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"/trends/explore?q=vernis+rouge+chanteuse&amp;date=2026-10-10+2026-10-16&amp;geo=FR"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170,</a:t>
            </a:r>
          </a:p>
          <a:p>
            <a:r>
              <a:t>                    "formattedValue": "+170 %",</a:t>
            </a:r>
          </a:p>
          <a:p>
            <a:r>
              <a:t>                    "link": "/trends/explore?q=musc+ravageur&amp;date=2026-10-10+2026-10-16&amp;geo=FR"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"cat eyes",</a:t>
            </a:r>
          </a:p>
          <a:p>
            <a:r>
              <a:t>                    "value": 120,</a:t>
            </a:r>
          </a:p>
          <a:p>
            <a:r>
              <a:t>                    "formattedValue": "+120 %",</a:t>
            </a:r>
          </a:p>
          <a:p>
            <a:r>
              <a:t>                    "link": "/trends/explore?q=cat+eyes&amp;date=2026-10-10+2026-10-16&amp;geo=FR"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"ansu fati",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"/trends/explore?q=ansu+fati&amp;date=2026-10-10+2026-10-16&amp;geo=FR"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"anti cerne essence",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"/trends/explore?q=anti+cerne+essence&amp;date=2026-10-10+2026-10-16&amp;geo=FR"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"amouage decision",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"/trends/explore?q=amouage+decision&amp;date=2026-10-10+2026-10-16&amp;geo=FR"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"/trends/explore?q=patou&amp;date=2026-10-10+2026-10-16&amp;geo=FR"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"essence maquillage",</a:t>
            </a:r>
          </a:p>
          <a:p>
            <a:r>
              <a:t>                    "value": 50,</a:t>
            </a:r>
          </a:p>
          <a:p>
            <a:r>
              <a:t>                    "formattedValue": "+50 %",</a:t>
            </a:r>
          </a:p>
          <a:p>
            <a:r>
              <a:t>                    "link": "/trends/explore?q=essence+maquillage&amp;date=2026-10-10+2026-10-16&amp;geo=FR"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"akeo",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"/trends/explore?q=akeo&amp;date=2026-10-10+2026-10-16&amp;geo=FR"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"2026-10-17T10:38:17.386610+00:00",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"https://trends.google.com/trends/explore?cat=143&amp;date=2026-10-10+2026-10-16&amp;geo=IT&amp;hl=it",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94,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11,</a:t>
            </a:r>
          </a:p>
          <a:p>
            <a:r>
              <a:t>            "source_rank": 10,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"contorno occhi",</a:t>
            </a:r>
          </a:p>
          <a:p>
            <a:r>
              <a:t>            "value": 7,</a:t>
            </a:r>
          </a:p>
          <a:p>
            <a:r>
              <a:t>            "source_rank": 14,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6,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150,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100,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90,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IOMA.",</a:t>
            </a:r>
          </a:p>
          <a:p>
            <a:r>
              <a:t>        "comparison_start": "2026-10-03",</a:t>
            </a:r>
          </a:p>
          <a:p>
            <a:r>
              <a:t>        "comparison_end": "2026-10-09",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"4408fafa1c56fb7eee8b4a464cd90579fb231f165c94b803dc7aebcec26ee532",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"2026-10-17T10:38:17.386610+00:00",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"2026-10-10",</a:t>
            </a:r>
          </a:p>
          <a:p>
            <a:r>
              <a:t>        "period_end": "2026-10-16",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"https://trends.google.com/trends/explore?cat=143&amp;date=2026-10-10+2026-10-16&amp;geo=IT&amp;hl=it",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"2026-10-10 2026-10-16",</a:t>
            </a:r>
          </a:p>
          <a:p>
            <a:r>
              <a:t>            "originalTimeRangeForExploreUrl": "2026-10-10 2026-10-16"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"2026-10-03 2026-10-09"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50,</a:t>
            </a:r>
          </a:p>
          <a:p>
            <a:r>
              <a:t>                    "formattedValue": "50",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37,</a:t>
            </a:r>
          </a:p>
          <a:p>
            <a:r>
              <a:t>                    "formattedValue": "37",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26,</a:t>
            </a:r>
          </a:p>
          <a:p>
            <a:r>
              <a:t>                    "formattedValue": "26",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20,</a:t>
            </a:r>
          </a:p>
          <a:p>
            <a:r>
              <a:t>                    "formattedValue": "20",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11,</a:t>
            </a:r>
          </a:p>
          <a:p>
            <a:r>
              <a:t>                    "formattedValue": "11",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"contorno occhi",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"/trends/explore?q=contorno+occhi&amp;date=2026-10-10+2026-10-16&amp;geo=IT"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"/trends/explore?q=acne&amp;date=2026-10-10+2026-10-16&amp;geo=IT"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"/trends/explore?q=avene&amp;date=2026-10-10+2026-10-16&amp;geo=IT"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"celeste vichi",</a:t>
            </a:r>
          </a:p>
          <a:p>
            <a:r>
              <a:t>                    "value": 1350,</a:t>
            </a:r>
          </a:p>
          <a:p>
            <a:r>
              <a:t>                    "formattedValue": "+1.350%",</a:t>
            </a:r>
          </a:p>
          <a:p>
            <a:r>
              <a:t>                    "link": "/trends/explore?q=celeste+vichi&amp;date=2026-10-10+2026-10-16&amp;geo=IT"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chiboust",</a:t>
            </a:r>
          </a:p>
          <a:p>
            <a:r>
              <a:t>                    "value": 400,</a:t>
            </a:r>
          </a:p>
          <a:p>
            <a:r>
              <a:t>                    "formattedValue": "+400%",</a:t>
            </a:r>
          </a:p>
          <a:p>
            <a:r>
              <a:t>                    "link": "/trends/explore?q=crema+chiboust&amp;date=2026-10-10+2026-10-16&amp;geo=IT"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"serie a",</a:t>
            </a:r>
          </a:p>
          <a:p>
            <a:r>
              <a:t>                    "value": 170,</a:t>
            </a:r>
          </a:p>
          <a:p>
            <a:r>
              <a:t>                    "formattedValue": "+170%",</a:t>
            </a:r>
          </a:p>
          <a:p>
            <a:r>
              <a:t>                    "link": "/trends/explore?q=serie+a&amp;date=2026-10-10+2026-10-16&amp;geo=IT"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150,</a:t>
            </a:r>
          </a:p>
          <a:p>
            <a:r>
              <a:t>                    "formattedValue": "+150%",</a:t>
            </a:r>
          </a:p>
          <a:p>
            <a:r>
              <a:t>                    "link": "/trends/explore?q=crema+idratante+viso&amp;date=2026-10-10+2026-10-16&amp;geo=IT"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"irth nabeel profumo",</a:t>
            </a:r>
          </a:p>
          <a:p>
            <a:r>
              <a:t>                    "value": 140,</a:t>
            </a:r>
          </a:p>
          <a:p>
            <a:r>
              <a:t>                    "formattedValue": "+140%",</a:t>
            </a:r>
          </a:p>
          <a:p>
            <a:r>
              <a:t>                    "link": "/trends/explore?q=irth+nabeel+profumo&amp;date=2026-10-10+2026-10-16&amp;geo=IT"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100,</a:t>
            </a:r>
          </a:p>
          <a:p>
            <a:r>
              <a:t>                    "formattedValue": "+100%",</a:t>
            </a:r>
          </a:p>
          <a:p>
            <a:r>
              <a:t>                    "link": "/trends/explore?q=ascella&amp;date=2026-10-10+2026-10-16&amp;geo=IT"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90,</a:t>
            </a:r>
          </a:p>
          <a:p>
            <a:r>
              <a:t>                    "formattedValue": "+90%",</a:t>
            </a:r>
          </a:p>
          <a:p>
            <a:r>
              <a:t>                    "link": "/trends/explore?q=crema+idratante&amp;date=2026-10-10+2026-10-16&amp;geo=IT"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"ansu fati",</a:t>
            </a:r>
          </a:p>
          <a:p>
            <a:r>
              <a:t>                    "value": 80,</a:t>
            </a:r>
          </a:p>
          <a:p>
            <a:r>
              <a:t>                    "formattedValue": "+80%",</a:t>
            </a:r>
          </a:p>
          <a:p>
            <a:r>
              <a:t>                    "link": "/trends/explore?q=ansu+fati&amp;date=2026-10-10+2026-10-16&amp;geo=IT"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"agent provocateur",</a:t>
            </a:r>
          </a:p>
          <a:p>
            <a:r>
              <a:t>                    "value": 40,</a:t>
            </a:r>
          </a:p>
          <a:p>
            <a:r>
              <a:t>                    "formattedValue": "+40%",</a:t>
            </a:r>
          </a:p>
          <a:p>
            <a:r>
              <a:t>                    "link": "/trends/explore?q=agent+provocateur&amp;date=2026-10-10+2026-10-16&amp;geo=IT"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"Peptides",</a:t>
            </a:r>
          </a:p>
          <a:p>
            <a:r>
              <a:t>        "it": "Peptidi"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"DIPEPTIDE DIAMINOBUTYROYL BENZYLAMIDE DIACETATE",</a:t>
            </a:r>
          </a:p>
          <a:p>
            <a:r>
              <a:t>        "ACETYL HEXAPEPTIDE-8",</a:t>
            </a:r>
          </a:p>
          <a:p>
            <a:r>
              <a:t>        "TRIPEPTIDE-1"</a:t>
            </a:r>
          </a:p>
          <a:p>
            <a:r>
              <a:t>      ],</a:t>
            </a:r>
          </a:p>
          <a:p>
            <a:r>
              <a:t>      "priority": 100,</a:t>
            </a:r>
          </a:p>
          <a:p>
            <a:r>
              <a:t>      "role": {</a:t>
            </a:r>
          </a:p>
          <a:p>
            <a:r>
              <a:t>        "fr": "Lissage et fermeté",</a:t>
            </a:r>
          </a:p>
          <a:p>
            <a:r>
              <a:t>        "it": "Levigatezza e compattezza"</a:t>
            </a:r>
          </a:p>
          <a:p>
            <a:r>
              <a:t>      },</a:t>
            </a:r>
          </a:p>
          <a:p>
            <a:r>
              <a:t>      "official_actives": [</a:t>
            </a:r>
          </a:p>
          <a:p>
            <a:r>
              <a:t>        "SYN-AKE™",</a:t>
            </a:r>
          </a:p>
          <a:p>
            <a:r>
              <a:t>        "ARGIRELINE",</a:t>
            </a:r>
          </a:p>
          <a:p>
            <a:r>
              <a:t>        "KOLLAREN™"</a:t>
            </a:r>
          </a:p>
          <a:p>
            <a:r>
              <a:t>      ],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"2026-10-17T10:38:17.386610+00:00"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"vitamin-e",</a:t>
            </a:r>
          </a:p>
          <a:p>
            <a:r>
              <a:t>      "label":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"Vitamine E",</a:t>
            </a:r>
          </a:p>
          <a:p>
            <a:r>
              <a:t>        "it": "Vitamina E"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"TOCOPHERYL ACETATE",</a:t>
            </a:r>
          </a:p>
          <a:p>
            <a:r>
              <a:t>        "TOCOPHEROL"</a:t>
            </a:r>
          </a:p>
          <a:p>
            <a:r>
              <a:t>      ],</a:t>
            </a:r>
          </a:p>
          <a:p>
            <a:r>
              <a:t>      "priority": 90,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"https://ioma-paris.com/products/creme-genereuse-contour-des-yeux",</a:t>
            </a:r>
          </a:p>
          <a:p>
            <a:r>
              <a:t>      "verified_at": "2026-10-17T10:38:17.386610+00:00"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"Un trattamento dedicato al contorno occhi.\n\nCrème Généreuse Contour des Yeux leviga rughe e linee sottili di questa zona delicata.\n\nScopri il trattamento su ioma-paris.com.\n\n#IOMAParis #ContornoOcchi #Skincare",</a:t>
            </a:r>
          </a:p>
          <a:p>
            <a:r>
              <a:t>  "strategy": {</a:t>
            </a:r>
          </a:p>
          <a:p>
            <a:r>
              <a:t>    "positioning": "Crème Généreuse leviga le rughe e aiuta a rassodare il contorno occhi. Peptidi e vitamina E: presenti nel suo INCI e citati nel recente contenuto arpy.",</a:t>
            </a:r>
          </a:p>
          <a:p>
            <a:r>
              <a:t>    "audience": "Ipotesi di pubblico: persone che cercano una cura mirata per le rughe del contorno occhi.",</a:t>
            </a:r>
          </a:p>
          <a:p>
            <a:r>
              <a:t>    "activation": "Feed: beneficio e due attivi leggibili. Story: focus sul gesto. Reel da testare: 6–10 s, packshot e texture. Banner: scoperta del trattamento.",</a:t>
            </a:r>
          </a:p>
          <a:p>
            <a:r>
              <a:t>    "measurement": "Testare « levigare le linee sottili » contro « rassodare » con pubblico e budget uguali. Confrontare clic e visite prodotto."</a:t>
            </a:r>
          </a:p>
          <a:p>
            <a:r>
              <a:t>  },</a:t>
            </a:r>
          </a:p>
          <a:p>
            <a:r>
              <a:t>  "source": "https://ioma-paris.com/products/creme-genereuse-contour-des-yeux"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"2026-10-17T10:38:17.386610+00:00",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"2026-10-10",</a:t>
            </a:r>
          </a:p>
          <a:p>
            <a:r>
              <a:t>    "period_end": "2026-10-16",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"https://trends.google.com/trends/explore?cat=143&amp;date=2026-10-10+2026-10-16&amp;geo=IT&amp;hl=it",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94,</a:t>
            </a:r>
          </a:p>
          <a:p>
            <a:r>
              <a:t>        "source_rank": 2,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viso",</a:t>
            </a:r>
          </a:p>
          <a:p>
            <a:r>
              <a:t>        "value": 20,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11,</a:t>
            </a:r>
          </a:p>
          <a:p>
            <a:r>
              <a:t>        "source_rank": 10,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"contorno occhi",</a:t>
            </a:r>
          </a:p>
          <a:p>
            <a:r>
              <a:t>        "value": 7,</a:t>
            </a:r>
          </a:p>
          <a:p>
            <a:r>
              <a:t>        "source_rank": 14,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"bionike",</a:t>
            </a:r>
          </a:p>
          <a:p>
            <a:r>
              <a:t>        "value": 6,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"crema idratante viso",</a:t>
            </a:r>
          </a:p>
          <a:p>
            <a:r>
              <a:t>        "value": 150,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"ascella",</a:t>
            </a:r>
          </a:p>
          <a:p>
            <a:r>
              <a:t>        "value": 100,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90,</a:t>
            </a:r>
          </a:p>
          <a:p>
            <a:r>
              <a:t>        "source_rank": 7,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"Selezione skincare e cura corpo: le crescite non misurano un aumento dell’interesse per il contorno occhi IOMA.",</a:t>
            </a:r>
          </a:p>
          <a:p>
            <a:r>
              <a:t>    "comparison_start": "2026-10-03",</a:t>
            </a:r>
          </a:p>
          <a:p>
            <a:r>
              <a:t>    "comparison_end": "2026-10-09",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"4408fafa1c56fb7eee8b4a464cd90579fb231f165c94b803dc7aebcec26ee532",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"2026-10-17T10:38:17.386610+00:00",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"2026-10-10",</a:t>
            </a:r>
          </a:p>
          <a:p>
            <a:r>
              <a:t>    "period_end": "2026-10-16",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"https://trends.google.com/trends/explore?cat=143&amp;date=2026-10-10+2026-10-16&amp;geo=IT&amp;hl=it",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"2026-10-10 2026-10-16",</a:t>
            </a:r>
          </a:p>
          <a:p>
            <a:r>
              <a:t>        "originalTimeRangeForExploreUrl": "2026-10-10 2026-10-16"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"2026-10-03 2026-10-09"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94,</a:t>
            </a:r>
          </a:p>
          <a:p>
            <a:r>
              <a:t>                "formattedValue": "94",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50,</a:t>
            </a:r>
          </a:p>
          <a:p>
            <a:r>
              <a:t>                "formattedValue": "50",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37,</a:t>
            </a:r>
          </a:p>
          <a:p>
            <a:r>
              <a:t>                "formattedValue": "37",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26,</a:t>
            </a:r>
          </a:p>
          <a:p>
            <a:r>
              <a:t>                "formattedValue": "26",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viso",</a:t>
            </a:r>
          </a:p>
          <a:p>
            <a:r>
              <a:t>                "value": 20,</a:t>
            </a:r>
          </a:p>
          <a:p>
            <a:r>
              <a:t>                "formattedValue": "20",</a:t>
            </a:r>
          </a:p>
          <a:p>
            <a:r>
              <a:t>                "hasData": true,</a:t>
            </a:r>
          </a:p>
          <a:p>
            <a:r>
              <a:t>                "link": "/trends/explore?q=crema+viso&amp;date=2026-10-10+2026-10-16&amp;geo=IT"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"mascara",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"/trends/explore?q=mascara&amp;date=2026-10-10+2026-10-16&amp;geo=IT"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11,</a:t>
            </a:r>
          </a:p>
          <a:p>
            <a:r>
              <a:t>                "formattedValue": "11",</a:t>
            </a:r>
          </a:p>
          <a:p>
            <a:r>
              <a:t>                "hasData": true,</a:t>
            </a:r>
          </a:p>
          <a:p>
            <a:r>
              <a:t>                "link": "/trends/explore?q=crema+idratante&amp;date=2026-10-10+2026-10-16&amp;geo=IT"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"chanel",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"/trends/explore?q=chanel&amp;date=2026-10-10+2026-10-16&amp;geo=IT"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8,</a:t>
            </a:r>
          </a:p>
          <a:p>
            <a:r>
              <a:t>                "formattedValue": "8",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"contorno occhi",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"/trends/explore?q=contorno+occhi&amp;date=2026-10-10+2026-10-16&amp;geo=IT"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"acne",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"/trends/explore?q=acne&amp;date=2026-10-10+2026-10-16&amp;geo=IT"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"guerlain",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"/trends/explore?q=guerlain&amp;date=2026-10-10+2026-10-16&amp;geo=IT"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"/trends/explore?q=avene&amp;date=2026-10-10+2026-10-16&amp;geo=IT"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"celeste vichi",</a:t>
            </a:r>
          </a:p>
          <a:p>
            <a:r>
              <a:t>                "value": 1350,</a:t>
            </a:r>
          </a:p>
          <a:p>
            <a:r>
              <a:t>                "formattedValue": "+1.350%",</a:t>
            </a:r>
          </a:p>
          <a:p>
            <a:r>
              <a:t>                "link": "/trends/explore?q=celeste+vichi&amp;date=2026-10-10+2026-10-16&amp;geo=IT"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chiboust",</a:t>
            </a:r>
          </a:p>
          <a:p>
            <a:r>
              <a:t>                "value": 400,</a:t>
            </a:r>
          </a:p>
          <a:p>
            <a:r>
              <a:t>                "formattedValue": "+400%",</a:t>
            </a:r>
          </a:p>
          <a:p>
            <a:r>
              <a:t>                "link": "/trends/explore?q=crema+chiboust&amp;date=2026-10-10+2026-10-16&amp;geo=IT"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"serie a",</a:t>
            </a:r>
          </a:p>
          <a:p>
            <a:r>
              <a:t>                "value": 170,</a:t>
            </a:r>
          </a:p>
          <a:p>
            <a:r>
              <a:t>                "formattedValue": "+170%",</a:t>
            </a:r>
          </a:p>
          <a:p>
            <a:r>
              <a:t>                "link": "/trends/explore?q=serie+a&amp;date=2026-10-10+2026-10-16&amp;geo=IT"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 viso",</a:t>
            </a:r>
          </a:p>
          <a:p>
            <a:r>
              <a:t>                "value": 150,</a:t>
            </a:r>
          </a:p>
          <a:p>
            <a:r>
              <a:t>                "formattedValue": "+150%",</a:t>
            </a:r>
          </a:p>
          <a:p>
            <a:r>
              <a:t>                "link": "/trends/explore?q=crema+idratante+viso&amp;date=2026-10-10+2026-10-16&amp;geo=IT"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"irth nabeel profumo",</a:t>
            </a:r>
          </a:p>
          <a:p>
            <a:r>
              <a:t>                "value": 140,</a:t>
            </a:r>
          </a:p>
          <a:p>
            <a:r>
              <a:t>                "formattedValue": "+140%",</a:t>
            </a:r>
          </a:p>
          <a:p>
            <a:r>
              <a:t>                "link": "/trends/explore?q=irth+nabeel+profumo&amp;date=2026-10-10+2026-10-16&amp;geo=IT"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"ascella",</a:t>
            </a:r>
          </a:p>
          <a:p>
            <a:r>
              <a:t>                "value": 100,</a:t>
            </a:r>
          </a:p>
          <a:p>
            <a:r>
              <a:t>                "formattedValue": "+100%",</a:t>
            </a:r>
          </a:p>
          <a:p>
            <a:r>
              <a:t>                "link": "/trends/explore?q=ascella&amp;date=2026-10-10+2026-10-16&amp;geo=IT"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90,</a:t>
            </a:r>
          </a:p>
          <a:p>
            <a:r>
              <a:t>                "formattedValue": "+90%",</a:t>
            </a:r>
          </a:p>
          <a:p>
            <a:r>
              <a:t>                "link": "/trends/explore?q=crema+idratante&amp;date=2026-10-10+2026-10-16&amp;geo=IT"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"ansu fati",</a:t>
            </a:r>
          </a:p>
          <a:p>
            <a:r>
              <a:t>                "value": 80,</a:t>
            </a:r>
          </a:p>
          <a:p>
            <a:r>
              <a:t>                "formattedValue": "+80%",</a:t>
            </a:r>
          </a:p>
          <a:p>
            <a:r>
              <a:t>                "link": "/trends/explore?q=ansu+fati&amp;date=2026-10-10+2026-10-16&amp;geo=IT"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"agent provocateur",</a:t>
            </a:r>
          </a:p>
          <a:p>
            <a:r>
              <a:t>                "value": 40,</a:t>
            </a:r>
          </a:p>
          <a:p>
            <a:r>
              <a:t>                "formattedValue": "+40%",</a:t>
            </a:r>
          </a:p>
          <a:p>
            <a:r>
              <a:t>                "link": "/trends/explore?q=agent+provocateur&amp;date=2026-10-10+2026-10-16&amp;geo=IT"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"gh-october",</a:t>
            </a:r>
          </a:p>
          <a:p>
            <a:r>
              <a:t>    "title": "15 New Beauty Products Our Pros Are Obsessed With For October",</a:t>
            </a:r>
          </a:p>
          <a:p>
            <a:r>
              <a:t>    "url": "https://www.goodhousekeeping.com/beauty/a74108402/best-new-beauty-products-october-2026/",</a:t>
            </a:r>
          </a:p>
          <a:p>
            <a:r>
              <a:t>    "publisher": "Good Housekeeping",</a:t>
            </a:r>
          </a:p>
          <a:p>
            <a:r>
              <a:t>    "published_at": "2026-10-14T14:58:40+00:00",</a:t>
            </a:r>
          </a:p>
          <a:p>
            <a:r>
              <a:t>    "kind": "editorial",</a:t>
            </a:r>
          </a:p>
          <a:p>
            <a:r>
              <a:t>    "topics": [</a:t>
            </a:r>
          </a:p>
          <a:p>
            <a:r>
              <a:t>      "seasonal_comfort"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 14, 2026",</a:t>
            </a:r>
          </a:p>
          <a:p>
            <a:r>
              <a:t>      "multitasking",</a:t>
            </a:r>
          </a:p>
          <a:p>
            <a:r>
              <a:t>      "softening skincare"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"Good Housekeeping : soins polyvalents et confort pour l’automne.",</a:t>
            </a:r>
          </a:p>
          <a:p>
            <a:r>
              <a:t>      "it": "Good Housekeeping: trattamenti versatili e comfort per l’autunno."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"Les 15 nouveautés beauté d’octobre",</a:t>
            </a:r>
          </a:p>
          <a:p>
            <a:r>
              <a:t>      "it": "Le 15 novità beauty di ottobre"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"2026-10-17T10:38:17.386610+00:00",</a:t>
            </a:r>
          </a:p>
          <a:p>
            <a:r>
              <a:t>    "content_sha256": "8a791c2194b4adaec1f919da3d99d8bc4d2b640219e73385514359c9c20a3d05"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"2026-10-17T10:38:17.386610+00:00",</a:t>
            </a:r>
          </a:p>
          <a:p>
            <a:r>
              <a:t>    "content_sha256": "cbce1db860363e11a140b43e6a35d78827f99db36beb09fcab1693894ec6d93d"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"2026-10-17T10:38:17.386610+00:00",</a:t>
            </a:r>
          </a:p>
          <a:p>
            <a:r>
              <a:t>    "content_sha256": "ba64e8691ba4a188b671d479a1553dda3e3d8e75bcb171aa48d65b9470addc6c"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odhousekeeping.com/beauty/a74108402/best-new-beauty-products-october-2026/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hyperlink" Target="https://www.marketing-interactive.com/cerave-hk-ditches-the-hard-sell-to-win-over-genz" TargetMode="Externa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genereuse-contour-des-yeux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0+2026-10-16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goodhousekeeping.com/beauty/a74108402/best-new-beauty-products-october-2026/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arpyskin.com/blogs/guides/peptide-eye-cream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La cura mirata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Angolo proposto: unire il comfort della routine a un trattamento mirato per le rughe del contorno occhi.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38928"/>
            <a:ext cx="3502152" cy="5029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Good Housekeeping: trattamenti versatili e comfort per l’autunno.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Peptidi + Vitamina 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arpy: contenuto del marchio del 15 ottobre sui peptidi nel contorno occhi. Non è una campagna paid verificata.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prevista sett.–nov. 2026, con Reel da 6 s. Articolo del 24 settembre.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4" name="TextBox 23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Good Housekeeping · 14/10</a:t>
            </a:r>
          </a:p>
        </p:txBody>
      </p:sp>
      <p:sp>
        <p:nvSpPr>
          <p:cNvPr id="25" name="TextBox 24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arpy · 15/10</a:t>
            </a:r>
          </a:p>
        </p:txBody>
      </p:sp>
      <p:sp>
        <p:nvSpPr>
          <p:cNvPr id="26" name="TextBox 25">
            <a:hlinkClick r:id="rId5"/>
          </p:cNvPr>
          <p:cNvSpPr txBox="1"/>
          <p:nvPr/>
        </p:nvSpPr>
        <p:spPr>
          <a:xfrm>
            <a:off x="8101583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[3]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Généreuse Contour des Yeux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Généreuse leviga le rughe e aiuta a rassodare il contorno occhi. Peptidi e vitamina E: presenti nel suo INCI e citati nel recente contenuto arpy.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 di pubblico: persone che cercano una cura mirata per le rughe del contorno occhi.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Feed: beneficio e due attivi leggibili. Story: focus sul gesto. Reel da testare: 6–10 s, packshot e texture. Banner: scoperta del trattamento.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Testare « levigare le linee sottili » contro « rassodare » con pubblico e budget uguali. Confrontare clic e visite prodotto.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16.10.2026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viso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contorno occhi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bionike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 viso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+150 %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ascella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+100 %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+90 %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03.10.2026–09.10.2026.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Selezione skincare e cura corpo: le crescite non misurano un aumento dell’interesse per il contorno occhi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10.10.2026 — 17.10.2026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Good Housekeeping  ·  14.10.2026  ·  ARTICOLO EDITORIALE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Le 15 novità beauty di ottobre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l’articolo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90872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CONTENUTO DEL MARCHIO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01768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Peptidi e contorno occhi: guida del marchio</a:t>
            </a:r>
          </a:p>
        </p:txBody>
      </p:sp>
      <p:sp>
        <p:nvSpPr>
          <p:cNvPr id="20" name="TextBox 19">
            <a:hlinkClick r:id="rId5"/>
          </p:cNvPr>
          <p:cNvSpPr txBox="1"/>
          <p:nvPr/>
        </p:nvSpPr>
        <p:spPr>
          <a:xfrm>
            <a:off x="9326880" y="5047488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5"/>
              </a:rPr>
              <a:t>Leggi il contenuto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