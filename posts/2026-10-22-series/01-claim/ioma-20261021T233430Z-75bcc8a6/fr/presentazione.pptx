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"2026-10-21T23:34:30.999120+00:00",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"2026-10-21T23:34:30.999120+00:00",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"2026-10-21T23:34:30.999120+00:00"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"2026-10-21T23:34:30.999120+00:00"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"La nutrition et la fermeté, dans un même soin.\n\nCrème Sublime Revitalisante nourrit la peau en profondeur et contribue à une peau plus ferme. Sa texture riche et fondante transforme l’application en un moment de soin.\n\nDécouvrez Crème Sublime Revitalisante sur ioma-paris.com.\n\n#IOMAParis #CrèmeSublimeRevitalisante #SoinVisage",</a:t>
            </a:r>
          </a:p>
          <a:p>
            <a:r>
              <a:t>  "strategy": {</a:t>
            </a:r>
          </a:p>
          <a:p>
            <a:r>
              <a:t>    "positioning": "Crème Sublime nourrit et contribue à une peau plus ferme. Son INCI inclut RIGIN™ et glycérine. Le guide arpy aborde les peptides et la glycérine.",</a:t>
            </a:r>
          </a:p>
          <a:p>
            <a:r>
              <a:t>    "audience": "Hypothèse : personnes recherchant nutrition et fermeté.",</a:t>
            </a:r>
          </a:p>
          <a:p>
            <a:r>
              <a:t>    "activation": "Alterner claim, inspiration animée et avis client. Email avec lien du post publié.",</a:t>
            </a:r>
          </a:p>
          <a:p>
            <a:r>
              <a:t>    "measurement": "Comparer enregistrements et visites produit par format. Ne pas déduire une efficacité du soin."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"crème",</a:t>
            </a:r>
          </a:p>
          <a:p>
            <a:r>
              <a:t>        "value": 15,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"vichy",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"guerlain",</a:t>
            </a:r>
          </a:p>
          <a:p>
            <a:r>
              <a:t>        "value": 10,</a:t>
            </a:r>
          </a:p>
          <a:p>
            <a:r>
              <a:t>        "source_rank": 12,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"chanel",</a:t>
            </a:r>
          </a:p>
          <a:p>
            <a:r>
              <a:t>        "value": 9,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"musc ravageur",</a:t>
            </a:r>
          </a:p>
          <a:p>
            <a:r>
              <a:t>        "value": 350,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"vernis rouge",</a:t>
            </a:r>
          </a:p>
          <a:p>
            <a:r>
              <a:t>        "value": 90,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"action l'oreal",</a:t>
            </a:r>
          </a:p>
          <a:p>
            <a:r>
              <a:t>        "value": 80,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"Sélection beauté et soins. Les hausses ne prouvent pas un intérêt accru pour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"abe2e1fa0b6abbdfe43e53a10cff48c44bcbce833fc6d80b255398199af8fce9",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43,</a:t>
            </a:r>
          </a:p>
          <a:p>
            <a:r>
              <a:t>                "formattedValue": "43",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"crème",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"/trends/explore?q=cr%C3%A8me&amp;date=2026-10-14+2026-10-20&amp;geo=FR"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 de teint",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"/trends/explore?q=fond+de+teint&amp;date=2026-10-14+2026-10-20&amp;geo=FR"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"parfumerie",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"/trends/explore?q=parfumerie&amp;date=2026-10-14+2026-10-20&amp;geo=FR"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"lancome",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"/trends/explore?q=lancome&amp;date=2026-10-14+2026-10-20&amp;geo=FR"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"patou",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"/trends/explore?q=patou&amp;date=2026-10-14+2026-10-20&amp;geo=FR"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"musc ravageur",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"/trends/explore?q=musc+ravageur&amp;date=2026-10-14+2026-10-20&amp;geo=FR"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"clara vello",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"/trends/explore?q=clara+vello&amp;date=2026-10-14+2026-10-20&amp;geo=FR"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"/trends/explore?q=vernis+rouge&amp;date=2026-10-14+2026-10-20&amp;geo=FR"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"action l'oreal",</a:t>
            </a:r>
          </a:p>
          <a:p>
            <a:r>
              <a:t>                "value": 80,</a:t>
            </a:r>
          </a:p>
          <a:p>
            <a:r>
              <a:t>                "formattedValue": "+80 %",</a:t>
            </a:r>
          </a:p>
          <a:p>
            <a:r>
              <a:t>                "link": "/trends/explore?q=action+l'oreal&amp;date=2026-10-14+2026-10-20&amp;geo=FR"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"gloss victoria secret",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"/trends/explore?q=gloss+victoria+secret&amp;date=2026-10-14+2026-10-20&amp;geo=FR"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"poudre huda beauty",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"/trends/explore?q=poudre+huda+beauty&amp;date=2026-10-14+2026-10-20&amp;geo=FR"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"2026-10-21T23:34:30.999120+00:00",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"2026-10-21T23:34:30.999120+00:00",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Le soin ciblé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rituel à explorer par le bénéfice, le rythme visuel et le ressenti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Glycérine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 : contenu de marque du 15 octobre sur les peptides du contour des yeux. Ce n’est pas une annonce payante vérifiée.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prévue sept.–nov. 2026, dont Reels de 6 s. Article du 24 septembre.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nourrit et contribue à une peau plus ferme. Son INCI inclut RIGIN™ et glycérine. Le guide arpy aborde les peptides et la glycérine.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: personnes recherchant nutrition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Alterner claim, inspiration animée et avis client. Email avec lien du post publié.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enregistrements et visites produit par format. Ne pas déduire une efficacité du soin.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vichy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guerlain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chanel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musc ravageur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vernis rouge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+90 %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action l'oreal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Sélection beauté et soins. Les hausses ne prouvent pas un intérêt accru pour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 DE 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Peptides &amp; contour des yeux : guide de marque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le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