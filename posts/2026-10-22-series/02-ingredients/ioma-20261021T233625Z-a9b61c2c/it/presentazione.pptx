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"creme-genereuse-contour-des-yeux",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"2026-10-21T23:36:25.189922+00:00",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"2026-10-21T23:36:25.189922+00:00",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"Angle proposé : associer le confort de la routine à un soin ciblé pour les rides du regard.",</a:t>
            </a:r>
          </a:p>
          <a:p>
            <a:r>
              <a:t>    "it": "Angolo proposto: unire il comfort della routine a un trattamento mirato per le rughe del contorno occhi."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Généreuse lisse les rides et aide à raffermir le contour des yeux. Peptides et vitamine E : présents dans son INCI et cités dans le récent contenu arpy.",</a:t>
            </a:r>
          </a:p>
          <a:p>
            <a:r>
              <a:t>      "audience": "Hypothèse de cible : personnes recherchant un soin ciblé pour les rides du contour des yeux.",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Généreuse leviga le rughe e aiuta a rassodare il contorno occhi. Peptidi e vitamina E: presenti nel suo INCI e citati nel recente contenuto arpy.",</a:t>
            </a:r>
          </a:p>
          <a:p>
            <a:r>
              <a:t>      "audience": "Ipotesi di pubblico: persone che cercano una cura mirata per le rughe del contorno occhi.",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"DIPEPTIDE DIAMINOBUTYROYL BENZYLAMIDE DIACETATE",</a:t>
            </a:r>
          </a:p>
          <a:p>
            <a:r>
              <a:t>        "ACETYL HEXAPEPTIDE-8",</a:t>
            </a:r>
          </a:p>
          <a:p>
            <a:r>
              <a:t>        "TRIPEPTIDE-1"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"Lissage et fermeté",</a:t>
            </a:r>
          </a:p>
          <a:p>
            <a:r>
              <a:t>        "it": "Levigatezza e compattezza"</a:t>
            </a:r>
          </a:p>
          <a:p>
            <a:r>
              <a:t>      },</a:t>
            </a:r>
          </a:p>
          <a:p>
            <a:r>
              <a:t>      "official_actives": [</a:t>
            </a:r>
          </a:p>
          <a:p>
            <a:r>
              <a:t>        "SYN-AKE™",</a:t>
            </a:r>
          </a:p>
          <a:p>
            <a:r>
              <a:t>        "ARGIRELINE",</a:t>
            </a:r>
          </a:p>
          <a:p>
            <a:r>
              <a:t>        "KOLLAREN™"</a:t>
            </a:r>
          </a:p>
          <a:p>
            <a:r>
              <a:t>      ],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"2026-10-21T23:36:25.189922+00:00"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"vitamin-e",</a:t>
            </a:r>
          </a:p>
          <a:p>
            <a:r>
              <a:t>      "label":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"TOCOPHERYL ACETATE",</a:t>
            </a:r>
          </a:p>
          <a:p>
            <a:r>
              <a:t>        "TOCOPHEROL"</a:t>
            </a:r>
          </a:p>
          <a:p>
            <a:r>
              <a:t>      ],</a:t>
            </a:r>
          </a:p>
          <a:p>
            <a:r>
              <a:t>      "priority": 90,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"2026-10-21T23:36:25.189922+00:00"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"Linee, curve, un po’ di poesia. Un’ispirazione grafica intorno ai peptidi presenti nella formula di Crème Généreuse Contour des Yeux.\n\nAnimazione grafica d’ispirazione. Nessun risultato di trattamento rappresentato.\n\n#IOMAParis #RitualeDiBellezza #Skincare",</a:t>
            </a:r>
          </a:p>
          <a:p>
            <a:r>
              <a:t>  "strategy": {</a:t>
            </a:r>
          </a:p>
          <a:p>
            <a:r>
              <a:t>    "positioning": "Crème Généreuse leviga le rughe e aiuta a rassodare il contorno occhi. Peptidi e vitamina E: presenti nel suo INCI e citati nel recente contenuto arpy.",</a:t>
            </a:r>
          </a:p>
          <a:p>
            <a:r>
              <a:t>    "audience": "Ipotesi di pubblico: persone che cercano una cura mirata per le rughe del contorno occhi.",</a:t>
            </a:r>
          </a:p>
          <a:p>
            <a:r>
              <a:t>    "activation": "Alternare claim, ispirazione animata e recensione. Email con link al post pubblicato.",</a:t>
            </a:r>
          </a:p>
          <a:p>
            <a:r>
              <a:t>    "measurement": "Confrontare salvataggi e visite prodotto per formato. Non dedurre l’efficacia del trattamento."</a:t>
            </a:r>
          </a:p>
          <a:p>
            <a:r>
              <a:t>  },</a:t>
            </a:r>
          </a:p>
          <a:p>
            <a:r>
              <a:t>  "source": "https://ioma-paris.com/products/creme-genereuse-contour-des-yeux"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viso",</a:t>
            </a:r>
          </a:p>
          <a:p>
            <a:r>
              <a:t>        "value": 22,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"cerave",</a:t>
            </a:r>
          </a:p>
          <a:p>
            <a:r>
              <a:t>        "value": 7,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"bionike",</a:t>
            </a:r>
          </a:p>
          <a:p>
            <a:r>
              <a:t>        "value": 7,</a:t>
            </a:r>
          </a:p>
          <a:p>
            <a:r>
              <a:t>        "source_rank": 16,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"ascella",</a:t>
            </a:r>
          </a:p>
          <a:p>
            <a:r>
              <a:t>        "value": 180,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 viso",</a:t>
            </a:r>
          </a:p>
          <a:p>
            <a:r>
              <a:t>        "value": 160,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110,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"Selezione skincare e cura corpo: le crescite non misurano un aumento dell’interesse per il contorno occhi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"6c535b598784c69a107afb28750aeb9aa67f5b2bbc16c8ed66290786c9961453",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94,</a:t>
            </a:r>
          </a:p>
          <a:p>
            <a:r>
              <a:t>                "formattedValue": "94",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36,</a:t>
            </a:r>
          </a:p>
          <a:p>
            <a:r>
              <a:t>                "formattedValue": "36",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24,</a:t>
            </a:r>
          </a:p>
          <a:p>
            <a:r>
              <a:t>                "formattedValue": "24",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viso",</a:t>
            </a:r>
          </a:p>
          <a:p>
            <a:r>
              <a:t>                "value": 22,</a:t>
            </a:r>
          </a:p>
          <a:p>
            <a:r>
              <a:t>                "formattedValue": "22",</a:t>
            </a:r>
          </a:p>
          <a:p>
            <a:r>
              <a:t>                "hasData": true,</a:t>
            </a:r>
          </a:p>
          <a:p>
            <a:r>
              <a:t>                "link": "/trends/explore?q=crema+viso&amp;date=2026-10-14+2026-10-20&amp;geo=IT"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corpo",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"/trends/explore?q=crema+corpo&amp;date=2026-10-14+2026-10-20&amp;geo=IT"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"yodeyma",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"/trends/explore?q=yodeyma&amp;date=2026-10-14+2026-10-20&amp;geo=IT"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"/trends/explore?q=meteo&amp;date=2026-10-14+2026-10-20&amp;geo=IT"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"maybelline",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"/trends/explore?q=maybelline&amp;date=2026-10-14+2026-10-20&amp;geo=IT"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"clenia",</a:t>
            </a:r>
          </a:p>
          <a:p>
            <a:r>
              <a:t>                "value": 5050,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"/trends/explore?q=clenia&amp;date=2026-10-14+2026-10-20&amp;geo=IT"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"sally rooney",</a:t>
            </a:r>
          </a:p>
          <a:p>
            <a:r>
              <a:t>                "value": 1950,</a:t>
            </a:r>
          </a:p>
          <a:p>
            <a:r>
              <a:t>                "formattedValue": "+1.950%",</a:t>
            </a:r>
          </a:p>
          <a:p>
            <a:r>
              <a:t>                "link": "/trends/explore?q=sally+rooney&amp;date=2026-10-14+2026-10-20&amp;geo=IT"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"leonardo maria del vecchio",</a:t>
            </a:r>
          </a:p>
          <a:p>
            <a:r>
              <a:t>                "value": 750,</a:t>
            </a:r>
          </a:p>
          <a:p>
            <a:r>
              <a:t>                "formattedValue": "+750%",</a:t>
            </a:r>
          </a:p>
          <a:p>
            <a:r>
              <a:t>                "link": "/trends/explore?q=leonardo+maria+del+vecchio&amp;date=2026-10-14+2026-10-20&amp;geo=IT"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"ascella",</a:t>
            </a:r>
          </a:p>
          <a:p>
            <a:r>
              <a:t>                "value": 180,</a:t>
            </a:r>
          </a:p>
          <a:p>
            <a:r>
              <a:t>                "formattedValue": "+180%",</a:t>
            </a:r>
          </a:p>
          <a:p>
            <a:r>
              <a:t>                "link": "/trends/explore?q=ascella&amp;date=2026-10-14+2026-10-20&amp;geo=IT"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 viso",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"/trends/explore?q=crema+idratante+viso&amp;date=2026-10-14+2026-10-20&amp;geo=IT"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110,</a:t>
            </a:r>
          </a:p>
          <a:p>
            <a:r>
              <a:t>                "formattedValue": "+110%",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"2026-10-21T23:36:25.189922+00:00",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"2026-10-21T23:36:25.189922+00:00",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genereuse-contour-des-yeux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La cura mirata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Angolo proposto: unire il comfort della routine a un trattamento mirato per le rughe del contorno occhi.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Peptidi + Vitamina 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famiglie presenti nella formula IOMA e citate nelle fonti recenti. Selezione editoriale, non una classifica per concentrazione.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arpy: contenuto del marchio del 15 ottobre sui peptidi nel contorno occhi. Non è una campagna paid verificata.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prevista sett.–nov. 2026, con Reel da 6 s. Articolo del 24 settembre.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Généreuse Contour des Yeux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Généreuse leviga le rughe e aiuta a rassodare il contorno occhi. Peptidi e vitamina E: presenti nel suo INCI e citati nel recente contenuto arpy.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una cura mirata per le rughe del contorno occhi.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Alternare claim, ispirazione animata e recensione. Email con link al post pubblicato.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Confrontare salvataggi e visite prodotto per formato. Non dedurre l’efficacia del trattamento.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viso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cerave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bionike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ascella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+180 %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 viso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+160 %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Selezione skincare e cura corpo: le crescite non misurano un aumento dell’interesse per il contorno occhi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CONTENUTO DEL MARCHIO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Peptidi e contorno occhi: guida del marchio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il contenuto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