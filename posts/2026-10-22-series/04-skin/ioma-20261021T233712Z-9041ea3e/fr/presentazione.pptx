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"creme-sublime-revitalisante",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"2026-10-21T23:37:12.005822+00:00",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"2026-10-21T23:37:12.005822+00:00",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"Un rituel à explorer par le bénéfice, le rythme visuel et le ressenti client.",</a:t>
            </a:r>
          </a:p>
          <a:p>
            <a:r>
              <a:t>    "it": "Un rituale da esplorare attraverso beneficio, ritmo visivo e opinione del cliente."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nourrit et contribue à une peau plus ferme. Son INCI inclut RIGIN™ et glycérine. Le guide arpy aborde les peptides et la glycérine.",</a:t>
            </a:r>
          </a:p>
          <a:p>
            <a:r>
              <a:t>      "audience": "Hypothèse : personnes recherchant nutrition et fermeté.",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nutre e contribuisce a una pelle più soda. Il suo INCI include RIGIN™ e glicerina. La guida arpy tratta peptidi e glicerina.",</a:t>
            </a:r>
          </a:p>
          <a:p>
            <a:r>
              <a:t>      "audience": "Ipotesi: persone che cercano nutrimento e compattezza.",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beauté et soins. Les hausses ne prouvent pas un intérêt accru pour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"2026-10-21T23:37:12.005822+00:00"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60,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"2026-10-21T23:37:12.005822+00:00"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"Peau sèche, mixte ou grasse : chaque routine commence par l’écoute de sa peau. Un instant pour observer ses envies, ses habitudes, son propre rythme.\n\nEn image : Crème Sublime Revitalisante.\n\nAnimation graphique d’inspiration. Aucun résultat de soin représenté.\n\n#IOMAParis #RituelDeSoin #Skincare",</a:t>
            </a:r>
          </a:p>
          <a:p>
            <a:r>
              <a:t>  "strategy": {</a:t>
            </a:r>
          </a:p>
          <a:p>
            <a:r>
              <a:t>    "positioning": "Crème Sublime nourrit et contribue à une peau plus ferme. Son INCI inclut RIGIN™ et glycérine. Le guide arpy aborde les peptides et la glycérine.",</a:t>
            </a:r>
          </a:p>
          <a:p>
            <a:r>
              <a:t>    "audience": "Hypothèse : personnes recherchant nutrition et fermeté.",</a:t>
            </a:r>
          </a:p>
          <a:p>
            <a:r>
              <a:t>    "activation": "Alterner claim, inspiration animée et avis client. Email avec lien du post publié.",</a:t>
            </a:r>
          </a:p>
          <a:p>
            <a:r>
              <a:t>    "measurement": "Comparer enregistrements et visites produit par format. Ne pas déduire une efficacité du soin."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"https://trends.google.com/trends/explore?cat=143&amp;date=2026-10-14+2026-10-20&amp;geo=FR&amp;hl=fr",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"yves rocher",</a:t>
            </a:r>
          </a:p>
          <a:p>
            <a:r>
              <a:t>        "value": 17,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"crème",</a:t>
            </a:r>
          </a:p>
          <a:p>
            <a:r>
              <a:t>        "value": 15,</a:t>
            </a:r>
          </a:p>
          <a:p>
            <a:r>
              <a:t>        "source_rank": 9,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"vichy",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"guerlain",</a:t>
            </a:r>
          </a:p>
          <a:p>
            <a:r>
              <a:t>        "value": 10,</a:t>
            </a:r>
          </a:p>
          <a:p>
            <a:r>
              <a:t>        "source_rank": 12,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"chanel",</a:t>
            </a:r>
          </a:p>
          <a:p>
            <a:r>
              <a:t>        "value": 9,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"musc ravageur",</a:t>
            </a:r>
          </a:p>
          <a:p>
            <a:r>
              <a:t>        "value": 350,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"vernis rouge",</a:t>
            </a:r>
          </a:p>
          <a:p>
            <a:r>
              <a:t>        "value": 90,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"action l'oreal",</a:t>
            </a:r>
          </a:p>
          <a:p>
            <a:r>
              <a:t>        "value": 80,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"Sélection beauté et soins. Les hausses ne prouvent pas un intérêt accru pour Crème Sublime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"abe2e1fa0b6abbdfe43e53a10cff48c44bcbce833fc6d80b255398199af8fce9",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"FR",</a:t>
            </a:r>
          </a:p>
          <a:p>
            <a:r>
              <a:t>    "language": "fr",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"https://trends.google.com/trends/explore?cat=143&amp;date=2026-10-14+2026-10-20&amp;geo=FR&amp;hl=fr",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"FR"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"fr",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"parfum",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"/trends/explore?q=parfum&amp;date=2026-10-14+2026-10-20&amp;geo=FR"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43,</a:t>
            </a:r>
          </a:p>
          <a:p>
            <a:r>
              <a:t>                "formattedValue": "43",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"/trends/explore?q=nocibe&amp;date=2026-10-14+2026-10-20&amp;geo=FR"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"ongle",</a:t>
            </a:r>
          </a:p>
          <a:p>
            <a:r>
              <a:t>                "value": 23,</a:t>
            </a:r>
          </a:p>
          <a:p>
            <a:r>
              <a:t>                "formattedValue": "23",</a:t>
            </a:r>
          </a:p>
          <a:p>
            <a:r>
              <a:t>                "hasData": true,</a:t>
            </a:r>
          </a:p>
          <a:p>
            <a:r>
              <a:t>                "link": "/trends/explore?q=ongle&amp;date=2026-10-14+2026-10-20&amp;geo=FR"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"maquillage",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"/trends/explore?q=maquillage&amp;date=2026-10-14+2026-10-20&amp;geo=FR"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"parking",</a:t>
            </a:r>
          </a:p>
          <a:p>
            <a:r>
              <a:t>                "value": 19,</a:t>
            </a:r>
          </a:p>
          <a:p>
            <a:r>
              <a:t>                "formattedValue": "19",</a:t>
            </a:r>
          </a:p>
          <a:p>
            <a:r>
              <a:t>                "hasData": true,</a:t>
            </a:r>
          </a:p>
          <a:p>
            <a:r>
              <a:t>                "link": "/trends/explore?q=parking&amp;date=2026-10-14+2026-10-20&amp;geo=FR"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"yves rocher",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"/trends/explore?q=yves+rocher&amp;date=2026-10-14+2026-10-20&amp;geo=FR"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"crème",</a:t>
            </a:r>
          </a:p>
          <a:p>
            <a:r>
              <a:t>                "value": 15,</a:t>
            </a:r>
          </a:p>
          <a:p>
            <a:r>
              <a:t>                "formattedValue": "15",</a:t>
            </a:r>
          </a:p>
          <a:p>
            <a:r>
              <a:t>                "hasData": true,</a:t>
            </a:r>
          </a:p>
          <a:p>
            <a:r>
              <a:t>                "link": "/trends/explore?q=cr%C3%A8me&amp;date=2026-10-14+2026-10-20&amp;geo=FR"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homme",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"/trends/explore?q=parfum+homme&amp;date=2026-10-14+2026-10-20&amp;geo=FR"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"vichy",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"/trends/explore?q=vichy&amp;date=2026-10-14+2026-10-20&amp;geo=FR"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 femme",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"/trends/explore?q=parfum+femme&amp;date=2026-10-14+2026-10-20&amp;geo=FR"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10,</a:t>
            </a:r>
          </a:p>
          <a:p>
            <a:r>
              <a:t>                "formattedValue": "10",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9,</a:t>
            </a:r>
          </a:p>
          <a:p>
            <a:r>
              <a:t>                "formattedValue": "9",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 de teint",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"/trends/explore?q=fond+de+teint&amp;date=2026-10-14+2026-10-20&amp;geo=FR"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"nocibé",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"/trends/explore?q=nocib%C3%A9&amp;date=2026-10-14+2026-10-20&amp;geo=FR"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"nyx",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"/trends/explore?q=nyx&amp;date=2026-10-14+2026-10-20&amp;geo=FR"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"dermatologue",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"/trends/explore?q=dermatologue&amp;date=2026-10-14+2026-10-20&amp;geo=FR"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"lip",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"/trends/explore?q=lip&amp;date=2026-10-14+2026-10-20&amp;geo=FR"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"caudalie",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"/trends/explore?q=caudalie&amp;date=2026-10-14+2026-10-20&amp;geo=FR"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"marionnaud",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"/trends/explore?q=marionnaud&amp;date=2026-10-14+2026-10-20&amp;geo=FR"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"parfumerie",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"/trends/explore?q=parfumerie&amp;date=2026-10-14+2026-10-20&amp;geo=FR"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"lancome",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"/trends/explore?q=lancome&amp;date=2026-10-14+2026-10-20&amp;geo=FR"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"patou",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"/trends/explore?q=patou&amp;date=2026-10-14+2026-10-20&amp;geo=FR"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"musc ravageur",</a:t>
            </a:r>
          </a:p>
          <a:p>
            <a:r>
              <a:t>                "value": 350,</a:t>
            </a:r>
          </a:p>
          <a:p>
            <a:r>
              <a:t>                "formattedValue": "+350 %",</a:t>
            </a:r>
          </a:p>
          <a:p>
            <a:r>
              <a:t>                "link": "/trends/explore?q=musc+ravageur&amp;date=2026-10-14+2026-10-20&amp;geo=FR"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"clara vello",</a:t>
            </a:r>
          </a:p>
          <a:p>
            <a:r>
              <a:t>                "value": 250,</a:t>
            </a:r>
          </a:p>
          <a:p>
            <a:r>
              <a:t>                "formattedValue": "+250 %",</a:t>
            </a:r>
          </a:p>
          <a:p>
            <a:r>
              <a:t>                "link": "/trends/explore?q=clara+vello&amp;date=2026-10-14+2026-10-20&amp;geo=FR"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"vernis rouge",</a:t>
            </a:r>
          </a:p>
          <a:p>
            <a:r>
              <a:t>                "value": 90,</a:t>
            </a:r>
          </a:p>
          <a:p>
            <a:r>
              <a:t>                "formattedValue": "+90 %",</a:t>
            </a:r>
          </a:p>
          <a:p>
            <a:r>
              <a:t>                "link": "/trends/explore?q=vernis+rouge&amp;date=2026-10-14+2026-10-20&amp;geo=FR"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"action l'oreal",</a:t>
            </a:r>
          </a:p>
          <a:p>
            <a:r>
              <a:t>                "value": 80,</a:t>
            </a:r>
          </a:p>
          <a:p>
            <a:r>
              <a:t>                "formattedValue": "+80 %",</a:t>
            </a:r>
          </a:p>
          <a:p>
            <a:r>
              <a:t>                "link": "/trends/explore?q=action+l'oreal&amp;date=2026-10-14+2026-10-20&amp;geo=FR"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"gloss victoria secret",</a:t>
            </a:r>
          </a:p>
          <a:p>
            <a:r>
              <a:t>                "value": 70,</a:t>
            </a:r>
          </a:p>
          <a:p>
            <a:r>
              <a:t>                "formattedValue": "+70 %",</a:t>
            </a:r>
          </a:p>
          <a:p>
            <a:r>
              <a:t>                "link": "/trends/explore?q=gloss+victoria+secret&amp;date=2026-10-14+2026-10-20&amp;geo=FR"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"poudre huda beauty",</a:t>
            </a:r>
          </a:p>
          <a:p>
            <a:r>
              <a:t>                "value": 40,</a:t>
            </a:r>
          </a:p>
          <a:p>
            <a:r>
              <a:t>                "formattedValue": "+40 %",</a:t>
            </a:r>
          </a:p>
          <a:p>
            <a:r>
              <a:t>                "link": "/trends/explore?q=poudre+huda+beauty&amp;date=2026-10-14+2026-10-20&amp;geo=FR"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"2026-10-21T23:37:12.005822+00:00",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"2026-10-21T23:37:12.005822+00:00",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FR&amp;hl=fr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semaine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Signaux éditoriaux, actifs et campagnes observées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INGRÉDIENTS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PUBLICITÉ &amp; PROMOTIONS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Le soin ciblé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Un rituel à explorer par le bénéfice, le rythme visuel et le ressenti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Peptide RIGIN™ + Glycérine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Deux familles présentes dans la formule IOMA et citées dans les sources récentes. Sélection éditoriale, pas un classement par concentration.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 : contenu de marque du 15 octobre sur les peptides du contour des yeux. Ce n’est pas une annonce payante vérifiée.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 : campagne prévue sept.–nov. 2026, dont Reels de 6 s. Article du 24 septembre.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Lecture internationale ; diffusion payante et budgets non audités.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Des tendances aux réseaux sociaux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LE PRODUIT &amp; LE 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nourrit et contribue à une peau plus ferme. Son INCI inclut RIGIN™ et glycérine. Le guide arpy aborde les peptides et la glycérine.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Hypothèse : personnes recherchant nutrition et fermeté.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ACTIVATION À TESTER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Alterner claim, inspiration animée et avis client. Email avec lien du post publié.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Comparer enregistrements et visites produit par format. Ne pas déduire une efficacité du soin.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Formule &amp;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Les recherches beauté sur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France · Soins du visage et du corps · Recherche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REQUÊTES PRINCIPALES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EN CROISSANCE · SÉLECTION BEAUTÉ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yves rocher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vichy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guerlain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chanel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musc ravageur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+350 %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vernis rouge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+90 %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action l'oreal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+80 %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relatif, pas un volume. Croissance vs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Sélection beauté et soins. Les hausses ne prouvent pas un intérêt accru pour Crème Sublime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ouvrir les données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Sélection pertinente ; ordre Google conservé. Méthode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Articles &amp;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Ouvrir les publications citées dans ce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PRESSE MARKETING · CAMPAGNE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 : la campagne « anti-publicité 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Lire l’article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 DE MARQUE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Peptides &amp; contour des yeux : guide de marque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Lire le contenu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Date de publication indiquée ; période des campagnes précisée en page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FR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