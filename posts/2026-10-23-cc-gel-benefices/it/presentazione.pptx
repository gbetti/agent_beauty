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["https://trends.google.com/trends/explore?cat=143&amp;date=2026-10-16+2026-10-22&amp;geo=IT&amp;hl=it"],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["https://www.whowhatwear.com/best-tinted-moisturiser", "https://www.marketing-interactive.com/cerave-hk-ditches-the-hard-sell-to-win-over-genz", "https://ioma-paris.com/products/cc-gel-soin-teinte-eclat-parfait"],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ends.google.com/trends/explore?cat=143&amp;date=2026-10-16+2026-10-22&amp;geo=IT&amp;hl=it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whowhatwear.com/best-tinted-moisturiser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ioma-paris.com/products/cc-gel-soin-teinte-eclat-parfait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2209800"/>
            <a:ext cx="10668000" cy="3352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251460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357378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4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463296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