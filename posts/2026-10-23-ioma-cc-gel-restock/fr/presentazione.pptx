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{"source_links": [], "availability": {"user_confirmed": true, "user_instruction": "fai il post! poi cambiamo il testo sul sito", "official_site_available_at_review": false, "site_update": "deferred by user"}}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{"source_links": [], "availability": {"user_confirmed": true, "user_instruction": "fai il post! poi cambiamo il testo sul sito", "official_site_available_at_review": false, "site_update": "deferred by user"}}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{"source_links": ["https://trends.google.com/trends/explore?cat=143&amp;date=2026-10-16+2026-10-22&amp;geo=FR&amp;hl=fr"], "availability": {"user_confirmed": true, "user_instruction": "fai il post! poi cambiamo il testo sul sito", "official_site_available_at_review": false, "site_update": "deferred by user"}}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{"source_links": ["https://www.whowhatwear.com/best-tinted-moisturiser", "https://www.marketing-interactive.com/cerave-hk-ditches-the-hard-sell-to-win-over-genz", "https://ioma-paris.com/products/cc-gel-soin-teinte-eclat-parfait"], "availability": {"user_confirmed": true, "user_instruction": "fai il post! poi cambiamo il testo sul sito", "official_site_available_at_review": false, "site_update": "deferred by user"}}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trends.google.com/trends/explore?cat=143&amp;date=2026-10-16+2026-10-22&amp;geo=FR&amp;hl=fr" TargetMode="Externa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www.whowhatwear.com/best-tinted-moisturiser" TargetMode="External"/><Relationship Id="rId4" Type="http://schemas.openxmlformats.org/officeDocument/2006/relationships/hyperlink" Target="https://www.marketing-interactive.com/cerave-hk-ditches-the-hard-sell-to-win-over-genz" TargetMode="External"/><Relationship Id="rId5" Type="http://schemas.openxmlformats.org/officeDocument/2006/relationships/hyperlink" Target="https://ioma-paris.com/products/cc-gel-soin-teinte-eclat-parfait" TargetMode="External"/><Relationship Id="rId6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>
            <a:hlinkClick r:id="rId3"/>
          </p:cNvPr>
          <p:cNvSpPr txBox="1"/>
          <p:nvPr/>
        </p:nvSpPr>
        <p:spPr>
          <a:xfrm>
            <a:off x="647700" y="2209800"/>
            <a:ext cx="10668000" cy="3352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3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>
            <a:hlinkClick r:id="rId3"/>
          </p:cNvPr>
          <p:cNvSpPr txBox="1"/>
          <p:nvPr/>
        </p:nvSpPr>
        <p:spPr>
          <a:xfrm>
            <a:off x="647700" y="2514600"/>
            <a:ext cx="10668000" cy="617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3"/>
              </a:rPr>
              <a:t> </a:t>
            </a:r>
          </a:p>
        </p:txBody>
      </p:sp>
      <p:sp>
        <p:nvSpPr>
          <p:cNvPr id="4" name="TextBox 3">
            <a:hlinkClick r:id="rId4"/>
          </p:cNvPr>
          <p:cNvSpPr txBox="1"/>
          <p:nvPr/>
        </p:nvSpPr>
        <p:spPr>
          <a:xfrm>
            <a:off x="647700" y="3573780"/>
            <a:ext cx="10668000" cy="617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4"/>
              </a:rPr>
              <a:t> </a:t>
            </a:r>
          </a:p>
        </p:txBody>
      </p:sp>
      <p:sp>
        <p:nvSpPr>
          <p:cNvPr id="5" name="TextBox 4">
            <a:hlinkClick r:id="rId5"/>
          </p:cNvPr>
          <p:cNvSpPr txBox="1"/>
          <p:nvPr/>
        </p:nvSpPr>
        <p:spPr>
          <a:xfrm>
            <a:off x="647700" y="4632960"/>
            <a:ext cx="10668000" cy="617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hlinkClick r:id="rId5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